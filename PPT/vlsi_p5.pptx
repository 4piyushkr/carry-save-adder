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5" r:id="rId2"/>
    <p:sldId id="266" r:id="rId3"/>
    <p:sldId id="277" r:id="rId4"/>
    <p:sldId id="283" r:id="rId5"/>
    <p:sldId id="271" r:id="rId6"/>
    <p:sldId id="279" r:id="rId7"/>
    <p:sldId id="272" r:id="rId8"/>
    <p:sldId id="280" r:id="rId9"/>
    <p:sldId id="278" r:id="rId10"/>
    <p:sldId id="281" r:id="rId11"/>
    <p:sldId id="275" r:id="rId12"/>
    <p:sldId id="282" r:id="rId13"/>
    <p:sldId id="269" r:id="rId14"/>
    <p:sldId id="270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4D431-2587-4BC6-B6FE-9B1820CAD864}" v="3" dt="2026-04-05T19:37:58.6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2288" autoAdjust="0"/>
  </p:normalViewPr>
  <p:slideViewPr>
    <p:cSldViewPr>
      <p:cViewPr>
        <p:scale>
          <a:sx n="100" d="100"/>
          <a:sy n="100" d="100"/>
        </p:scale>
        <p:origin x="90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upta" userId="e5dab055c36b7fd1" providerId="LiveId" clId="{3220E06B-B7C6-4553-B7A0-C7A9BDCF1FB0}"/>
    <pc:docChg chg="undo redo custSel addSld delSld modSld sldOrd">
      <pc:chgData name="Anuj Gupta" userId="e5dab055c36b7fd1" providerId="LiveId" clId="{3220E06B-B7C6-4553-B7A0-C7A9BDCF1FB0}" dt="2026-04-06T04:45:59.719" v="1639" actId="931"/>
      <pc:docMkLst>
        <pc:docMk/>
      </pc:docMkLst>
      <pc:sldChg chg="addSp modSp mod">
        <pc:chgData name="Anuj Gupta" userId="e5dab055c36b7fd1" providerId="LiveId" clId="{3220E06B-B7C6-4553-B7A0-C7A9BDCF1FB0}" dt="2026-03-15T13:18:07.544" v="169" actId="1076"/>
        <pc:sldMkLst>
          <pc:docMk/>
          <pc:sldMk cId="2777673707" sldId="265"/>
        </pc:sldMkLst>
        <pc:spChg chg="add mod">
          <ac:chgData name="Anuj Gupta" userId="e5dab055c36b7fd1" providerId="LiveId" clId="{3220E06B-B7C6-4553-B7A0-C7A9BDCF1FB0}" dt="2026-03-15T13:18:07.544" v="169" actId="1076"/>
          <ac:spMkLst>
            <pc:docMk/>
            <pc:sldMk cId="2777673707" sldId="265"/>
            <ac:spMk id="4" creationId="{7C9B648E-C84A-0BBC-A5BA-1DA07AB692A2}"/>
          </ac:spMkLst>
        </pc:spChg>
      </pc:sldChg>
      <pc:sldChg chg="modSp mod">
        <pc:chgData name="Anuj Gupta" userId="e5dab055c36b7fd1" providerId="LiveId" clId="{3220E06B-B7C6-4553-B7A0-C7A9BDCF1FB0}" dt="2026-03-15T13:10:40.797" v="131" actId="20577"/>
        <pc:sldMkLst>
          <pc:docMk/>
          <pc:sldMk cId="4219148886" sldId="266"/>
        </pc:sldMkLst>
        <pc:spChg chg="mod">
          <ac:chgData name="Anuj Gupta" userId="e5dab055c36b7fd1" providerId="LiveId" clId="{3220E06B-B7C6-4553-B7A0-C7A9BDCF1FB0}" dt="2026-03-15T12:51:58.617" v="5" actId="1076"/>
          <ac:spMkLst>
            <pc:docMk/>
            <pc:sldMk cId="4219148886" sldId="266"/>
            <ac:spMk id="2" creationId="{E6C046C7-FF37-B682-88B7-78B5CB81520D}"/>
          </ac:spMkLst>
        </pc:spChg>
        <pc:spChg chg="mod">
          <ac:chgData name="Anuj Gupta" userId="e5dab055c36b7fd1" providerId="LiveId" clId="{3220E06B-B7C6-4553-B7A0-C7A9BDCF1FB0}" dt="2026-03-15T13:01:31.064" v="68" actId="207"/>
          <ac:spMkLst>
            <pc:docMk/>
            <pc:sldMk cId="4219148886" sldId="266"/>
            <ac:spMk id="3" creationId="{A17B346D-31B8-F7B0-CA69-DC6B607312AB}"/>
          </ac:spMkLst>
        </pc:spChg>
        <pc:spChg chg="mod">
          <ac:chgData name="Anuj Gupta" userId="e5dab055c36b7fd1" providerId="LiveId" clId="{3220E06B-B7C6-4553-B7A0-C7A9BDCF1FB0}" dt="2026-03-15T13:10:40.797" v="131" actId="20577"/>
          <ac:spMkLst>
            <pc:docMk/>
            <pc:sldMk cId="4219148886" sldId="266"/>
            <ac:spMk id="4" creationId="{A62A100D-2634-8F59-6D0A-6009F15A1E20}"/>
          </ac:spMkLst>
        </pc:spChg>
      </pc:sldChg>
      <pc:sldChg chg="addSp modSp mod">
        <pc:chgData name="Anuj Gupta" userId="e5dab055c36b7fd1" providerId="LiveId" clId="{3220E06B-B7C6-4553-B7A0-C7A9BDCF1FB0}" dt="2026-03-15T19:32:32.298" v="951" actId="1076"/>
        <pc:sldMkLst>
          <pc:docMk/>
          <pc:sldMk cId="1850478084" sldId="270"/>
        </pc:sldMkLst>
        <pc:spChg chg="mod">
          <ac:chgData name="Anuj Gupta" userId="e5dab055c36b7fd1" providerId="LiveId" clId="{3220E06B-B7C6-4553-B7A0-C7A9BDCF1FB0}" dt="2026-03-15T19:29:22.412" v="915" actId="1076"/>
          <ac:spMkLst>
            <pc:docMk/>
            <pc:sldMk cId="1850478084" sldId="270"/>
            <ac:spMk id="2" creationId="{C5647780-BF14-E916-B379-C0CB8C9BA10B}"/>
          </ac:spMkLst>
        </pc:spChg>
        <pc:spChg chg="add mod">
          <ac:chgData name="Anuj Gupta" userId="e5dab055c36b7fd1" providerId="LiveId" clId="{3220E06B-B7C6-4553-B7A0-C7A9BDCF1FB0}" dt="2026-03-15T19:32:32.298" v="951" actId="1076"/>
          <ac:spMkLst>
            <pc:docMk/>
            <pc:sldMk cId="1850478084" sldId="270"/>
            <ac:spMk id="3" creationId="{A46DA812-9824-2AA3-59F9-0909DDFEB1FF}"/>
          </ac:spMkLst>
        </pc:spChg>
        <pc:spChg chg="mod">
          <ac:chgData name="Anuj Gupta" userId="e5dab055c36b7fd1" providerId="LiveId" clId="{3220E06B-B7C6-4553-B7A0-C7A9BDCF1FB0}" dt="2026-03-15T19:32:24.439" v="950" actId="20577"/>
          <ac:spMkLst>
            <pc:docMk/>
            <pc:sldMk cId="1850478084" sldId="270"/>
            <ac:spMk id="4" creationId="{402B3525-E4FB-DA27-FB96-A8A1E3948BCE}"/>
          </ac:spMkLst>
        </pc:spChg>
      </pc:sldChg>
      <pc:sldChg chg="addSp delSp modSp mod">
        <pc:chgData name="Anuj Gupta" userId="e5dab055c36b7fd1" providerId="LiveId" clId="{3220E06B-B7C6-4553-B7A0-C7A9BDCF1FB0}" dt="2026-04-05T19:42:45.824" v="1599" actId="20577"/>
        <pc:sldMkLst>
          <pc:docMk/>
          <pc:sldMk cId="4236174250" sldId="271"/>
        </pc:sldMkLst>
        <pc:spChg chg="mod">
          <ac:chgData name="Anuj Gupta" userId="e5dab055c36b7fd1" providerId="LiveId" clId="{3220E06B-B7C6-4553-B7A0-C7A9BDCF1FB0}" dt="2026-03-15T16:43:35.972" v="237" actId="1076"/>
          <ac:spMkLst>
            <pc:docMk/>
            <pc:sldMk cId="4236174250" sldId="271"/>
            <ac:spMk id="2" creationId="{DC517DBF-5FC5-1D7C-7FA8-9C954C15C9D1}"/>
          </ac:spMkLst>
        </pc:spChg>
        <pc:spChg chg="mod">
          <ac:chgData name="Anuj Gupta" userId="e5dab055c36b7fd1" providerId="LiveId" clId="{3220E06B-B7C6-4553-B7A0-C7A9BDCF1FB0}" dt="2026-03-15T19:49:34.806" v="1091" actId="20577"/>
          <ac:spMkLst>
            <pc:docMk/>
            <pc:sldMk cId="4236174250" sldId="271"/>
            <ac:spMk id="4" creationId="{3E6FFF68-E510-8E13-EAE1-43B44B732E02}"/>
          </ac:spMkLst>
        </pc:spChg>
        <pc:spChg chg="add mod">
          <ac:chgData name="Anuj Gupta" userId="e5dab055c36b7fd1" providerId="LiveId" clId="{3220E06B-B7C6-4553-B7A0-C7A9BDCF1FB0}" dt="2026-04-05T19:23:41.802" v="1498" actId="20577"/>
          <ac:spMkLst>
            <pc:docMk/>
            <pc:sldMk cId="4236174250" sldId="271"/>
            <ac:spMk id="5" creationId="{ADFF8F2A-DD86-E610-1316-1989A9A49272}"/>
          </ac:spMkLst>
        </pc:spChg>
        <pc:spChg chg="add mod">
          <ac:chgData name="Anuj Gupta" userId="e5dab055c36b7fd1" providerId="LiveId" clId="{3220E06B-B7C6-4553-B7A0-C7A9BDCF1FB0}" dt="2026-04-05T19:22:15.631" v="1469" actId="20577"/>
          <ac:spMkLst>
            <pc:docMk/>
            <pc:sldMk cId="4236174250" sldId="271"/>
            <ac:spMk id="6" creationId="{7B0F98DC-295D-74AF-5847-07AEC1D52FB1}"/>
          </ac:spMkLst>
        </pc:spChg>
        <pc:spChg chg="add mod">
          <ac:chgData name="Anuj Gupta" userId="e5dab055c36b7fd1" providerId="LiveId" clId="{3220E06B-B7C6-4553-B7A0-C7A9BDCF1FB0}" dt="2026-03-15T16:33:25.087" v="171"/>
          <ac:spMkLst>
            <pc:docMk/>
            <pc:sldMk cId="4236174250" sldId="271"/>
            <ac:spMk id="7" creationId="{72CBD019-ADB3-8F7F-2700-7FBDC958DC00}"/>
          </ac:spMkLst>
        </pc:spChg>
        <pc:spChg chg="add mod">
          <ac:chgData name="Anuj Gupta" userId="e5dab055c36b7fd1" providerId="LiveId" clId="{3220E06B-B7C6-4553-B7A0-C7A9BDCF1FB0}" dt="2026-03-15T16:33:25.087" v="171"/>
          <ac:spMkLst>
            <pc:docMk/>
            <pc:sldMk cId="4236174250" sldId="271"/>
            <ac:spMk id="9" creationId="{9DAE025B-C3C2-CB3F-B5F7-B5DF893FFF70}"/>
          </ac:spMkLst>
        </pc:spChg>
        <pc:spChg chg="add mod">
          <ac:chgData name="Anuj Gupta" userId="e5dab055c36b7fd1" providerId="LiveId" clId="{3220E06B-B7C6-4553-B7A0-C7A9BDCF1FB0}" dt="2026-04-05T19:42:45.824" v="1599" actId="20577"/>
          <ac:spMkLst>
            <pc:docMk/>
            <pc:sldMk cId="4236174250" sldId="271"/>
            <ac:spMk id="11" creationId="{C5F75E55-7C41-E86C-A9FE-245791FF47BC}"/>
          </ac:spMkLst>
        </pc:spChg>
        <pc:graphicFrameChg chg="add mod modGraphic">
          <ac:chgData name="Anuj Gupta" userId="e5dab055c36b7fd1" providerId="LiveId" clId="{3220E06B-B7C6-4553-B7A0-C7A9BDCF1FB0}" dt="2026-03-15T19:39:55.834" v="996" actId="255"/>
          <ac:graphicFrameMkLst>
            <pc:docMk/>
            <pc:sldMk cId="4236174250" sldId="271"/>
            <ac:graphicFrameMk id="8" creationId="{0D381530-44D4-DE08-7D9D-7D21AF3C7DEE}"/>
          </ac:graphicFrameMkLst>
        </pc:graphicFrameChg>
      </pc:sldChg>
      <pc:sldChg chg="addSp delSp modSp mod">
        <pc:chgData name="Anuj Gupta" userId="e5dab055c36b7fd1" providerId="LiveId" clId="{3220E06B-B7C6-4553-B7A0-C7A9BDCF1FB0}" dt="2026-04-05T19:46:43.011" v="1618" actId="20577"/>
        <pc:sldMkLst>
          <pc:docMk/>
          <pc:sldMk cId="1848783805" sldId="272"/>
        </pc:sldMkLst>
        <pc:spChg chg="mod">
          <ac:chgData name="Anuj Gupta" userId="e5dab055c36b7fd1" providerId="LiveId" clId="{3220E06B-B7C6-4553-B7A0-C7A9BDCF1FB0}" dt="2026-03-15T16:42:49.178" v="230" actId="1076"/>
          <ac:spMkLst>
            <pc:docMk/>
            <pc:sldMk cId="1848783805" sldId="272"/>
            <ac:spMk id="2" creationId="{F7E6EEE9-BF54-E94E-15DF-8034065FD0D9}"/>
          </ac:spMkLst>
        </pc:spChg>
        <pc:spChg chg="add mod">
          <ac:chgData name="Anuj Gupta" userId="e5dab055c36b7fd1" providerId="LiveId" clId="{3220E06B-B7C6-4553-B7A0-C7A9BDCF1FB0}" dt="2026-04-05T19:26:28.228" v="1533" actId="20577"/>
          <ac:spMkLst>
            <pc:docMk/>
            <pc:sldMk cId="1848783805" sldId="272"/>
            <ac:spMk id="4" creationId="{32536E3C-8E3A-6FC5-EEBD-91E7CC7A6C5A}"/>
          </ac:spMkLst>
        </pc:spChg>
        <pc:spChg chg="mod">
          <ac:chgData name="Anuj Gupta" userId="e5dab055c36b7fd1" providerId="LiveId" clId="{3220E06B-B7C6-4553-B7A0-C7A9BDCF1FB0}" dt="2026-03-15T19:59:17.719" v="1100" actId="207"/>
          <ac:spMkLst>
            <pc:docMk/>
            <pc:sldMk cId="1848783805" sldId="272"/>
            <ac:spMk id="5" creationId="{235141D0-D37F-9A6B-5E7B-54AD6ED82835}"/>
          </ac:spMkLst>
        </pc:spChg>
        <pc:spChg chg="add mod">
          <ac:chgData name="Anuj Gupta" userId="e5dab055c36b7fd1" providerId="LiveId" clId="{3220E06B-B7C6-4553-B7A0-C7A9BDCF1FB0}" dt="2026-04-05T19:26:08.012" v="1520" actId="20577"/>
          <ac:spMkLst>
            <pc:docMk/>
            <pc:sldMk cId="1848783805" sldId="272"/>
            <ac:spMk id="6" creationId="{E850680E-712A-066C-D7AB-9CCB8FFC9F56}"/>
          </ac:spMkLst>
        </pc:spChg>
        <pc:spChg chg="add mod">
          <ac:chgData name="Anuj Gupta" userId="e5dab055c36b7fd1" providerId="LiveId" clId="{3220E06B-B7C6-4553-B7A0-C7A9BDCF1FB0}" dt="2026-03-15T16:42:48.312" v="229" actId="14100"/>
          <ac:spMkLst>
            <pc:docMk/>
            <pc:sldMk cId="1848783805" sldId="272"/>
            <ac:spMk id="7" creationId="{5F088E99-16E3-9C34-CDEC-B09D7A854B53}"/>
          </ac:spMkLst>
        </pc:spChg>
        <pc:spChg chg="add mod">
          <ac:chgData name="Anuj Gupta" userId="e5dab055c36b7fd1" providerId="LiveId" clId="{3220E06B-B7C6-4553-B7A0-C7A9BDCF1FB0}" dt="2026-03-15T16:42:48.312" v="229" actId="14100"/>
          <ac:spMkLst>
            <pc:docMk/>
            <pc:sldMk cId="1848783805" sldId="272"/>
            <ac:spMk id="9" creationId="{24E456A9-1334-72CB-982F-41B93614C885}"/>
          </ac:spMkLst>
        </pc:spChg>
        <pc:spChg chg="add mod">
          <ac:chgData name="Anuj Gupta" userId="e5dab055c36b7fd1" providerId="LiveId" clId="{3220E06B-B7C6-4553-B7A0-C7A9BDCF1FB0}" dt="2026-04-05T19:46:43.011" v="1618" actId="20577"/>
          <ac:spMkLst>
            <pc:docMk/>
            <pc:sldMk cId="1848783805" sldId="272"/>
            <ac:spMk id="11" creationId="{62E85878-0B0A-1755-D747-5A0D954E0B08}"/>
          </ac:spMkLst>
        </pc:spChg>
        <pc:graphicFrameChg chg="add mod modGraphic">
          <ac:chgData name="Anuj Gupta" userId="e5dab055c36b7fd1" providerId="LiveId" clId="{3220E06B-B7C6-4553-B7A0-C7A9BDCF1FB0}" dt="2026-03-15T20:05:58.549" v="1303" actId="20577"/>
          <ac:graphicFrameMkLst>
            <pc:docMk/>
            <pc:sldMk cId="1848783805" sldId="272"/>
            <ac:graphicFrameMk id="8" creationId="{1B0E7808-BC54-71A2-41FB-054CD0D82578}"/>
          </ac:graphicFrameMkLst>
        </pc:graphicFrameChg>
      </pc:sldChg>
      <pc:sldChg chg="addSp delSp modSp mod">
        <pc:chgData name="Anuj Gupta" userId="e5dab055c36b7fd1" providerId="LiveId" clId="{3220E06B-B7C6-4553-B7A0-C7A9BDCF1FB0}" dt="2026-03-15T19:33:19.330" v="953" actId="931"/>
        <pc:sldMkLst>
          <pc:docMk/>
          <pc:sldMk cId="2508785366" sldId="275"/>
        </pc:sldMkLst>
        <pc:picChg chg="add mod">
          <ac:chgData name="Anuj Gupta" userId="e5dab055c36b7fd1" providerId="LiveId" clId="{3220E06B-B7C6-4553-B7A0-C7A9BDCF1FB0}" dt="2026-03-15T19:33:19.330" v="953" actId="931"/>
          <ac:picMkLst>
            <pc:docMk/>
            <pc:sldMk cId="2508785366" sldId="275"/>
            <ac:picMk id="4" creationId="{0A4F8F24-B355-09FF-B970-49EA9F1CC11D}"/>
          </ac:picMkLst>
        </pc:picChg>
      </pc:sldChg>
      <pc:sldChg chg="addSp delSp modSp add mod ord">
        <pc:chgData name="Anuj Gupta" userId="e5dab055c36b7fd1" providerId="LiveId" clId="{3220E06B-B7C6-4553-B7A0-C7A9BDCF1FB0}" dt="2026-03-15T19:25:06.856" v="876"/>
        <pc:sldMkLst>
          <pc:docMk/>
          <pc:sldMk cId="874185500" sldId="277"/>
        </pc:sldMkLst>
        <pc:spChg chg="mod">
          <ac:chgData name="Anuj Gupta" userId="e5dab055c36b7fd1" providerId="LiveId" clId="{3220E06B-B7C6-4553-B7A0-C7A9BDCF1FB0}" dt="2026-03-15T19:07:04.270" v="419" actId="1076"/>
          <ac:spMkLst>
            <pc:docMk/>
            <pc:sldMk cId="874185500" sldId="277"/>
            <ac:spMk id="14" creationId="{858C66E5-F9B0-0022-4E03-83BBF85B65E6}"/>
          </ac:spMkLst>
        </pc:spChg>
        <pc:spChg chg="mod">
          <ac:chgData name="Anuj Gupta" userId="e5dab055c36b7fd1" providerId="LiveId" clId="{3220E06B-B7C6-4553-B7A0-C7A9BDCF1FB0}" dt="2026-03-15T19:07:15.496" v="420" actId="1076"/>
          <ac:spMkLst>
            <pc:docMk/>
            <pc:sldMk cId="874185500" sldId="277"/>
            <ac:spMk id="15" creationId="{CB70979B-7A1B-E475-A989-26D6B5078A0C}"/>
          </ac:spMkLst>
        </pc:spChg>
        <pc:spChg chg="mod">
          <ac:chgData name="Anuj Gupta" userId="e5dab055c36b7fd1" providerId="LiveId" clId="{3220E06B-B7C6-4553-B7A0-C7A9BDCF1FB0}" dt="2026-03-15T19:10:38.477" v="533" actId="1076"/>
          <ac:spMkLst>
            <pc:docMk/>
            <pc:sldMk cId="874185500" sldId="277"/>
            <ac:spMk id="17" creationId="{89AF8BF5-CBC3-E9CF-51F0-07B4637FC54A}"/>
          </ac:spMkLst>
        </pc:spChg>
        <pc:spChg chg="mod topLvl">
          <ac:chgData name="Anuj Gupta" userId="e5dab055c36b7fd1" providerId="LiveId" clId="{3220E06B-B7C6-4553-B7A0-C7A9BDCF1FB0}" dt="2026-03-15T19:19:06.672" v="735" actId="1076"/>
          <ac:spMkLst>
            <pc:docMk/>
            <pc:sldMk cId="874185500" sldId="277"/>
            <ac:spMk id="18" creationId="{BA804CD7-FB00-3296-E66D-17766052C3D7}"/>
          </ac:spMkLst>
        </pc:spChg>
        <pc:spChg chg="mod">
          <ac:chgData name="Anuj Gupta" userId="e5dab055c36b7fd1" providerId="LiveId" clId="{3220E06B-B7C6-4553-B7A0-C7A9BDCF1FB0}" dt="2026-03-15T19:10:45.342" v="534" actId="1076"/>
          <ac:spMkLst>
            <pc:docMk/>
            <pc:sldMk cId="874185500" sldId="277"/>
            <ac:spMk id="20" creationId="{7BC5DAEB-EAE2-5889-8EEA-5C1FDB14D7CE}"/>
          </ac:spMkLst>
        </pc:spChg>
        <pc:spChg chg="mod">
          <ac:chgData name="Anuj Gupta" userId="e5dab055c36b7fd1" providerId="LiveId" clId="{3220E06B-B7C6-4553-B7A0-C7A9BDCF1FB0}" dt="2026-03-15T19:14:38.118" v="605" actId="1076"/>
          <ac:spMkLst>
            <pc:docMk/>
            <pc:sldMk cId="874185500" sldId="277"/>
            <ac:spMk id="21" creationId="{246C2B06-C4EA-2EB3-14E1-2B1819648A21}"/>
          </ac:spMkLst>
        </pc:spChg>
        <pc:spChg chg="mod">
          <ac:chgData name="Anuj Gupta" userId="e5dab055c36b7fd1" providerId="LiveId" clId="{3220E06B-B7C6-4553-B7A0-C7A9BDCF1FB0}" dt="2026-03-15T19:14:09.697" v="602" actId="1076"/>
          <ac:spMkLst>
            <pc:docMk/>
            <pc:sldMk cId="874185500" sldId="277"/>
            <ac:spMk id="23" creationId="{0DD91DB2-E679-E587-88F4-1B8133FEF90D}"/>
          </ac:spMkLst>
        </pc:spChg>
        <pc:spChg chg="mod topLvl">
          <ac:chgData name="Anuj Gupta" userId="e5dab055c36b7fd1" providerId="LiveId" clId="{3220E06B-B7C6-4553-B7A0-C7A9BDCF1FB0}" dt="2026-03-15T19:14:46.678" v="606" actId="1076"/>
          <ac:spMkLst>
            <pc:docMk/>
            <pc:sldMk cId="874185500" sldId="277"/>
            <ac:spMk id="24" creationId="{C54705A3-1B7C-63A5-BF8A-A06AFB424862}"/>
          </ac:spMkLst>
        </pc:spChg>
        <pc:spChg chg="mod">
          <ac:chgData name="Anuj Gupta" userId="e5dab055c36b7fd1" providerId="LiveId" clId="{3220E06B-B7C6-4553-B7A0-C7A9BDCF1FB0}" dt="2026-03-15T19:14:02.014" v="601" actId="1076"/>
          <ac:spMkLst>
            <pc:docMk/>
            <pc:sldMk cId="874185500" sldId="277"/>
            <ac:spMk id="26" creationId="{E95C569D-B75A-7E12-18DC-2225BB3BCABB}"/>
          </ac:spMkLst>
        </pc:spChg>
        <pc:spChg chg="mod topLvl">
          <ac:chgData name="Anuj Gupta" userId="e5dab055c36b7fd1" providerId="LiveId" clId="{3220E06B-B7C6-4553-B7A0-C7A9BDCF1FB0}" dt="2026-03-15T19:14:52.159" v="607" actId="1076"/>
          <ac:spMkLst>
            <pc:docMk/>
            <pc:sldMk cId="874185500" sldId="277"/>
            <ac:spMk id="27" creationId="{3CE1616D-DFA9-FD4B-468C-5F777EA4F345}"/>
          </ac:spMkLst>
        </pc:spChg>
        <pc:spChg chg="mod">
          <ac:chgData name="Anuj Gupta" userId="e5dab055c36b7fd1" providerId="LiveId" clId="{3220E06B-B7C6-4553-B7A0-C7A9BDCF1FB0}" dt="2026-03-15T19:24:58.900" v="874" actId="20577"/>
          <ac:spMkLst>
            <pc:docMk/>
            <pc:sldMk cId="874185500" sldId="277"/>
            <ac:spMk id="29" creationId="{07CE452F-94E5-5CBA-1D2F-6297BC69CC4F}"/>
          </ac:spMkLst>
        </pc:spChg>
        <pc:spChg chg="mod">
          <ac:chgData name="Anuj Gupta" userId="e5dab055c36b7fd1" providerId="LiveId" clId="{3220E06B-B7C6-4553-B7A0-C7A9BDCF1FB0}" dt="2026-03-15T19:07:28.594" v="422" actId="1076"/>
          <ac:spMkLst>
            <pc:docMk/>
            <pc:sldMk cId="874185500" sldId="277"/>
            <ac:spMk id="30" creationId="{BE7E912A-E5B0-C687-05D3-190552C31D2F}"/>
          </ac:spMkLst>
        </pc:spChg>
        <pc:spChg chg="mod">
          <ac:chgData name="Anuj Gupta" userId="e5dab055c36b7fd1" providerId="LiveId" clId="{3220E06B-B7C6-4553-B7A0-C7A9BDCF1FB0}" dt="2026-03-15T19:14:15.831" v="603" actId="1076"/>
          <ac:spMkLst>
            <pc:docMk/>
            <pc:sldMk cId="874185500" sldId="277"/>
            <ac:spMk id="31" creationId="{561523AB-54B1-5BDD-36BD-AFB6CC753350}"/>
          </ac:spMkLst>
        </pc:spChg>
        <pc:spChg chg="mod topLvl">
          <ac:chgData name="Anuj Gupta" userId="e5dab055c36b7fd1" providerId="LiveId" clId="{3220E06B-B7C6-4553-B7A0-C7A9BDCF1FB0}" dt="2026-03-15T19:06:53.904" v="418" actId="1076"/>
          <ac:spMkLst>
            <pc:docMk/>
            <pc:sldMk cId="874185500" sldId="277"/>
            <ac:spMk id="32" creationId="{413A9BA6-1F28-E345-74F8-9726D7F8492E}"/>
          </ac:spMkLst>
        </pc:spChg>
        <pc:spChg chg="mod">
          <ac:chgData name="Anuj Gupta" userId="e5dab055c36b7fd1" providerId="LiveId" clId="{3220E06B-B7C6-4553-B7A0-C7A9BDCF1FB0}" dt="2026-03-15T19:17:45.392" v="678" actId="20577"/>
          <ac:spMkLst>
            <pc:docMk/>
            <pc:sldMk cId="874185500" sldId="277"/>
            <ac:spMk id="34" creationId="{8FD790CA-6703-F920-23AD-696D3F7BDFFF}"/>
          </ac:spMkLst>
        </pc:spChg>
        <pc:spChg chg="mod topLvl">
          <ac:chgData name="Anuj Gupta" userId="e5dab055c36b7fd1" providerId="LiveId" clId="{3220E06B-B7C6-4553-B7A0-C7A9BDCF1FB0}" dt="2026-03-15T19:04:47.777" v="330" actId="165"/>
          <ac:spMkLst>
            <pc:docMk/>
            <pc:sldMk cId="874185500" sldId="277"/>
            <ac:spMk id="36" creationId="{F6FD964B-1AC2-D9DC-470F-E200B639B594}"/>
          </ac:spMkLst>
        </pc:spChg>
        <pc:spChg chg="mod">
          <ac:chgData name="Anuj Gupta" userId="e5dab055c36b7fd1" providerId="LiveId" clId="{3220E06B-B7C6-4553-B7A0-C7A9BDCF1FB0}" dt="2026-03-15T19:17:34.251" v="663" actId="1076"/>
          <ac:spMkLst>
            <pc:docMk/>
            <pc:sldMk cId="874185500" sldId="277"/>
            <ac:spMk id="42" creationId="{662F0F00-970C-5704-872C-9D475997CEB6}"/>
          </ac:spMkLst>
        </pc:spChg>
        <pc:spChg chg="mod">
          <ac:chgData name="Anuj Gupta" userId="e5dab055c36b7fd1" providerId="LiveId" clId="{3220E06B-B7C6-4553-B7A0-C7A9BDCF1FB0}" dt="2026-03-15T19:18:59.066" v="734" actId="1076"/>
          <ac:spMkLst>
            <pc:docMk/>
            <pc:sldMk cId="874185500" sldId="277"/>
            <ac:spMk id="43" creationId="{A73EA153-DD42-1FAF-36A5-5052E46F2B90}"/>
          </ac:spMkLst>
        </pc:spChg>
        <pc:spChg chg="mod">
          <ac:chgData name="Anuj Gupta" userId="e5dab055c36b7fd1" providerId="LiveId" clId="{3220E06B-B7C6-4553-B7A0-C7A9BDCF1FB0}" dt="2026-03-15T19:19:12.487" v="736" actId="1076"/>
          <ac:spMkLst>
            <pc:docMk/>
            <pc:sldMk cId="874185500" sldId="277"/>
            <ac:spMk id="44" creationId="{AE1C613E-4D61-968F-697C-8AE1DAD4B630}"/>
          </ac:spMkLst>
        </pc:spChg>
        <pc:spChg chg="mod">
          <ac:chgData name="Anuj Gupta" userId="e5dab055c36b7fd1" providerId="LiveId" clId="{3220E06B-B7C6-4553-B7A0-C7A9BDCF1FB0}" dt="2026-03-15T19:20:09.143" v="761" actId="1076"/>
          <ac:spMkLst>
            <pc:docMk/>
            <pc:sldMk cId="874185500" sldId="277"/>
            <ac:spMk id="45" creationId="{9727ED30-B383-77AD-7888-C3C9DCDA2EFC}"/>
          </ac:spMkLst>
        </pc:spChg>
        <pc:spChg chg="mod">
          <ac:chgData name="Anuj Gupta" userId="e5dab055c36b7fd1" providerId="LiveId" clId="{3220E06B-B7C6-4553-B7A0-C7A9BDCF1FB0}" dt="2026-03-15T19:23:13.057" v="854" actId="1076"/>
          <ac:spMkLst>
            <pc:docMk/>
            <pc:sldMk cId="874185500" sldId="277"/>
            <ac:spMk id="46" creationId="{2FCC5EDC-6A83-5C02-F178-4FB87E829FB4}"/>
          </ac:spMkLst>
        </pc:spChg>
        <pc:spChg chg="mod">
          <ac:chgData name="Anuj Gupta" userId="e5dab055c36b7fd1" providerId="LiveId" clId="{3220E06B-B7C6-4553-B7A0-C7A9BDCF1FB0}" dt="2026-03-15T19:20:32.443" v="777" actId="1076"/>
          <ac:spMkLst>
            <pc:docMk/>
            <pc:sldMk cId="874185500" sldId="277"/>
            <ac:spMk id="47" creationId="{DD7248B4-17EE-2FDB-F7AA-85E766717983}"/>
          </ac:spMkLst>
        </pc:spChg>
        <pc:spChg chg="mod">
          <ac:chgData name="Anuj Gupta" userId="e5dab055c36b7fd1" providerId="LiveId" clId="{3220E06B-B7C6-4553-B7A0-C7A9BDCF1FB0}" dt="2026-03-15T19:20:58.320" v="805" actId="1076"/>
          <ac:spMkLst>
            <pc:docMk/>
            <pc:sldMk cId="874185500" sldId="277"/>
            <ac:spMk id="48" creationId="{924867AB-791E-BC34-2BB4-91E27CBAC783}"/>
          </ac:spMkLst>
        </pc:spChg>
        <pc:spChg chg="mod topLvl">
          <ac:chgData name="Anuj Gupta" userId="e5dab055c36b7fd1" providerId="LiveId" clId="{3220E06B-B7C6-4553-B7A0-C7A9BDCF1FB0}" dt="2026-03-15T19:22:29.620" v="822" actId="1076"/>
          <ac:spMkLst>
            <pc:docMk/>
            <pc:sldMk cId="874185500" sldId="277"/>
            <ac:spMk id="49" creationId="{C73BF8EB-D050-7394-51CE-D2E5B9664BB7}"/>
          </ac:spMkLst>
        </pc:spChg>
        <pc:spChg chg="mod">
          <ac:chgData name="Anuj Gupta" userId="e5dab055c36b7fd1" providerId="LiveId" clId="{3220E06B-B7C6-4553-B7A0-C7A9BDCF1FB0}" dt="2026-03-15T19:22:41.644" v="833" actId="1076"/>
          <ac:spMkLst>
            <pc:docMk/>
            <pc:sldMk cId="874185500" sldId="277"/>
            <ac:spMk id="50" creationId="{35040A92-53B0-0116-9B60-324ADBF946E5}"/>
          </ac:spMkLst>
        </pc:spChg>
        <pc:spChg chg="mod">
          <ac:chgData name="Anuj Gupta" userId="e5dab055c36b7fd1" providerId="LiveId" clId="{3220E06B-B7C6-4553-B7A0-C7A9BDCF1FB0}" dt="2026-03-15T19:22:56.621" v="843" actId="1076"/>
          <ac:spMkLst>
            <pc:docMk/>
            <pc:sldMk cId="874185500" sldId="277"/>
            <ac:spMk id="51" creationId="{4DCBC71B-6153-A473-B3DE-4517A2D68622}"/>
          </ac:spMkLst>
        </pc:spChg>
        <pc:spChg chg="mod topLvl">
          <ac:chgData name="Anuj Gupta" userId="e5dab055c36b7fd1" providerId="LiveId" clId="{3220E06B-B7C6-4553-B7A0-C7A9BDCF1FB0}" dt="2026-03-15T19:24:27.497" v="863" actId="1076"/>
          <ac:spMkLst>
            <pc:docMk/>
            <pc:sldMk cId="874185500" sldId="277"/>
            <ac:spMk id="52" creationId="{B563ED36-E597-6222-858B-180A33465DC2}"/>
          </ac:spMkLst>
        </pc:spChg>
        <pc:spChg chg="add mod">
          <ac:chgData name="Anuj Gupta" userId="e5dab055c36b7fd1" providerId="LiveId" clId="{3220E06B-B7C6-4553-B7A0-C7A9BDCF1FB0}" dt="2026-03-15T19:16:17.915" v="632" actId="20577"/>
          <ac:spMkLst>
            <pc:docMk/>
            <pc:sldMk cId="874185500" sldId="277"/>
            <ac:spMk id="53" creationId="{18B28230-8A7D-6F59-5437-01E69D092008}"/>
          </ac:spMkLst>
        </pc:spChg>
        <pc:spChg chg="add mod">
          <ac:chgData name="Anuj Gupta" userId="e5dab055c36b7fd1" providerId="LiveId" clId="{3220E06B-B7C6-4553-B7A0-C7A9BDCF1FB0}" dt="2026-03-15T19:16:38.471" v="633" actId="1076"/>
          <ac:spMkLst>
            <pc:docMk/>
            <pc:sldMk cId="874185500" sldId="277"/>
            <ac:spMk id="54" creationId="{B8C996E0-5D6C-3B3A-466D-8D1D0B7EF79B}"/>
          </ac:spMkLst>
        </pc:spChg>
        <pc:spChg chg="add mod">
          <ac:chgData name="Anuj Gupta" userId="e5dab055c36b7fd1" providerId="LiveId" clId="{3220E06B-B7C6-4553-B7A0-C7A9BDCF1FB0}" dt="2026-03-15T19:18:10.612" v="695" actId="1076"/>
          <ac:spMkLst>
            <pc:docMk/>
            <pc:sldMk cId="874185500" sldId="277"/>
            <ac:spMk id="56" creationId="{3F21C09A-EF84-5050-A80E-5981D8024A29}"/>
          </ac:spMkLst>
        </pc:spChg>
        <pc:spChg chg="add mod">
          <ac:chgData name="Anuj Gupta" userId="e5dab055c36b7fd1" providerId="LiveId" clId="{3220E06B-B7C6-4553-B7A0-C7A9BDCF1FB0}" dt="2026-03-15T19:20:03.582" v="760" actId="1076"/>
          <ac:spMkLst>
            <pc:docMk/>
            <pc:sldMk cId="874185500" sldId="277"/>
            <ac:spMk id="58" creationId="{B0E22CA4-15FE-4CC0-E120-D803B42DEB34}"/>
          </ac:spMkLst>
        </pc:spChg>
      </pc:sldChg>
      <pc:sldChg chg="modSp add mod ord">
        <pc:chgData name="Anuj Gupta" userId="e5dab055c36b7fd1" providerId="LiveId" clId="{3220E06B-B7C6-4553-B7A0-C7A9BDCF1FB0}" dt="2026-04-05T19:48:04.402" v="1623" actId="20577"/>
        <pc:sldMkLst>
          <pc:docMk/>
          <pc:sldMk cId="3399093644" sldId="278"/>
        </pc:sldMkLst>
        <pc:spChg chg="mod">
          <ac:chgData name="Anuj Gupta" userId="e5dab055c36b7fd1" providerId="LiveId" clId="{3220E06B-B7C6-4553-B7A0-C7A9BDCF1FB0}" dt="2026-03-15T20:03:21.250" v="1200" actId="20577"/>
          <ac:spMkLst>
            <pc:docMk/>
            <pc:sldMk cId="3399093644" sldId="278"/>
            <ac:spMk id="5" creationId="{0CF6D3D3-EE1D-7F74-1CA6-B92CD8F01E5B}"/>
          </ac:spMkLst>
        </pc:spChg>
        <pc:spChg chg="mod">
          <ac:chgData name="Anuj Gupta" userId="e5dab055c36b7fd1" providerId="LiveId" clId="{3220E06B-B7C6-4553-B7A0-C7A9BDCF1FB0}" dt="2026-04-05T19:32:51.853" v="1542" actId="20577"/>
          <ac:spMkLst>
            <pc:docMk/>
            <pc:sldMk cId="3399093644" sldId="278"/>
            <ac:spMk id="6" creationId="{3E2FBD1F-2B75-DB75-E092-729E9EB8B6D5}"/>
          </ac:spMkLst>
        </pc:spChg>
        <pc:spChg chg="mod">
          <ac:chgData name="Anuj Gupta" userId="e5dab055c36b7fd1" providerId="LiveId" clId="{3220E06B-B7C6-4553-B7A0-C7A9BDCF1FB0}" dt="2026-03-15T20:01:27.776" v="1142" actId="20577"/>
          <ac:spMkLst>
            <pc:docMk/>
            <pc:sldMk cId="3399093644" sldId="278"/>
            <ac:spMk id="9" creationId="{25C91907-0F04-68C6-9A1E-9C3004E3C5FB}"/>
          </ac:spMkLst>
        </pc:spChg>
        <pc:spChg chg="mod">
          <ac:chgData name="Anuj Gupta" userId="e5dab055c36b7fd1" providerId="LiveId" clId="{3220E06B-B7C6-4553-B7A0-C7A9BDCF1FB0}" dt="2026-04-05T19:48:04.402" v="1623" actId="20577"/>
          <ac:spMkLst>
            <pc:docMk/>
            <pc:sldMk cId="3399093644" sldId="278"/>
            <ac:spMk id="11" creationId="{2AB2DBF0-8FEB-30DC-113A-45E070F41FA6}"/>
          </ac:spMkLst>
        </pc:spChg>
      </pc:sldChg>
      <pc:sldChg chg="modSp add mod">
        <pc:chgData name="Anuj Gupta" userId="e5dab055c36b7fd1" providerId="LiveId" clId="{3220E06B-B7C6-4553-B7A0-C7A9BDCF1FB0}" dt="2026-04-05T19:44:25.341" v="1606" actId="20577"/>
        <pc:sldMkLst>
          <pc:docMk/>
          <pc:sldMk cId="2788325167" sldId="279"/>
        </pc:sldMkLst>
        <pc:spChg chg="mod">
          <ac:chgData name="Anuj Gupta" userId="e5dab055c36b7fd1" providerId="LiveId" clId="{3220E06B-B7C6-4553-B7A0-C7A9BDCF1FB0}" dt="2026-04-05T19:38:22.805" v="1592" actId="20577"/>
          <ac:spMkLst>
            <pc:docMk/>
            <pc:sldMk cId="2788325167" sldId="279"/>
            <ac:spMk id="6" creationId="{CD435B5F-23A4-A088-EB12-93F851BC2983}"/>
          </ac:spMkLst>
        </pc:spChg>
        <pc:spChg chg="mod">
          <ac:chgData name="Anuj Gupta" userId="e5dab055c36b7fd1" providerId="LiveId" clId="{3220E06B-B7C6-4553-B7A0-C7A9BDCF1FB0}" dt="2026-04-05T19:44:25.341" v="1606" actId="20577"/>
          <ac:spMkLst>
            <pc:docMk/>
            <pc:sldMk cId="2788325167" sldId="279"/>
            <ac:spMk id="11" creationId="{B59E060F-944F-2F01-530F-5A60A5A1D9D2}"/>
          </ac:spMkLst>
        </pc:spChg>
      </pc:sldChg>
      <pc:sldChg chg="modSp add mod">
        <pc:chgData name="Anuj Gupta" userId="e5dab055c36b7fd1" providerId="LiveId" clId="{3220E06B-B7C6-4553-B7A0-C7A9BDCF1FB0}" dt="2026-04-05T19:37:04.774" v="1566" actId="20577"/>
        <pc:sldMkLst>
          <pc:docMk/>
          <pc:sldMk cId="2498333545" sldId="280"/>
        </pc:sldMkLst>
        <pc:spChg chg="mod">
          <ac:chgData name="Anuj Gupta" userId="e5dab055c36b7fd1" providerId="LiveId" clId="{3220E06B-B7C6-4553-B7A0-C7A9BDCF1FB0}" dt="2026-04-05T19:37:04.774" v="1566" actId="20577"/>
          <ac:spMkLst>
            <pc:docMk/>
            <pc:sldMk cId="2498333545" sldId="280"/>
            <ac:spMk id="4" creationId="{3F15D62B-3EC7-99B1-F18C-B662184876F0}"/>
          </ac:spMkLst>
        </pc:spChg>
      </pc:sldChg>
      <pc:sldChg chg="modSp add mod">
        <pc:chgData name="Anuj Gupta" userId="e5dab055c36b7fd1" providerId="LiveId" clId="{3220E06B-B7C6-4553-B7A0-C7A9BDCF1FB0}" dt="2026-04-05T19:49:00.638" v="1637" actId="20577"/>
        <pc:sldMkLst>
          <pc:docMk/>
          <pc:sldMk cId="2689684151" sldId="281"/>
        </pc:sldMkLst>
        <pc:spChg chg="mod">
          <ac:chgData name="Anuj Gupta" userId="e5dab055c36b7fd1" providerId="LiveId" clId="{3220E06B-B7C6-4553-B7A0-C7A9BDCF1FB0}" dt="2026-04-05T19:36:19.058" v="1553" actId="20577"/>
          <ac:spMkLst>
            <pc:docMk/>
            <pc:sldMk cId="2689684151" sldId="281"/>
            <ac:spMk id="6" creationId="{124E5134-27B0-D588-D11D-6F1E092FD05E}"/>
          </ac:spMkLst>
        </pc:spChg>
        <pc:spChg chg="mod">
          <ac:chgData name="Anuj Gupta" userId="e5dab055c36b7fd1" providerId="LiveId" clId="{3220E06B-B7C6-4553-B7A0-C7A9BDCF1FB0}" dt="2026-04-05T19:49:00.638" v="1637" actId="20577"/>
          <ac:spMkLst>
            <pc:docMk/>
            <pc:sldMk cId="2689684151" sldId="281"/>
            <ac:spMk id="11" creationId="{2CBE92C0-691F-A96A-3D9A-A76296E25929}"/>
          </ac:spMkLst>
        </pc:spChg>
      </pc:sldChg>
      <pc:sldChg chg="addSp delSp modSp add mod">
        <pc:chgData name="Anuj Gupta" userId="e5dab055c36b7fd1" providerId="LiveId" clId="{3220E06B-B7C6-4553-B7A0-C7A9BDCF1FB0}" dt="2026-04-05T19:39:49.255" v="1597" actId="931"/>
        <pc:sldMkLst>
          <pc:docMk/>
          <pc:sldMk cId="2295181640" sldId="282"/>
        </pc:sldMkLst>
        <pc:picChg chg="del">
          <ac:chgData name="Anuj Gupta" userId="e5dab055c36b7fd1" providerId="LiveId" clId="{3220E06B-B7C6-4553-B7A0-C7A9BDCF1FB0}" dt="2026-04-05T19:39:15.363" v="1594" actId="478"/>
          <ac:picMkLst>
            <pc:docMk/>
            <pc:sldMk cId="2295181640" sldId="282"/>
            <ac:picMk id="4" creationId="{72F66A4D-4684-6DDB-A2FE-0DA983248909}"/>
          </ac:picMkLst>
        </pc:picChg>
        <pc:picChg chg="add del mod">
          <ac:chgData name="Anuj Gupta" userId="e5dab055c36b7fd1" providerId="LiveId" clId="{3220E06B-B7C6-4553-B7A0-C7A9BDCF1FB0}" dt="2026-04-05T19:39:34.525" v="1596" actId="478"/>
          <ac:picMkLst>
            <pc:docMk/>
            <pc:sldMk cId="2295181640" sldId="282"/>
            <ac:picMk id="5" creationId="{536519EE-E582-D944-F8C9-66B73E98F108}"/>
          </ac:picMkLst>
        </pc:picChg>
        <pc:picChg chg="add mod">
          <ac:chgData name="Anuj Gupta" userId="e5dab055c36b7fd1" providerId="LiveId" clId="{3220E06B-B7C6-4553-B7A0-C7A9BDCF1FB0}" dt="2026-04-05T19:39:49.255" v="1597" actId="931"/>
          <ac:picMkLst>
            <pc:docMk/>
            <pc:sldMk cId="2295181640" sldId="282"/>
            <ac:picMk id="7" creationId="{4A877025-3430-717C-B8DC-CE00B1882E09}"/>
          </ac:picMkLst>
        </pc:picChg>
      </pc:sldChg>
      <pc:sldChg chg="addSp modSp new mod">
        <pc:chgData name="Anuj Gupta" userId="e5dab055c36b7fd1" providerId="LiveId" clId="{3220E06B-B7C6-4553-B7A0-C7A9BDCF1FB0}" dt="2026-04-06T04:45:59.719" v="1639" actId="931"/>
        <pc:sldMkLst>
          <pc:docMk/>
          <pc:sldMk cId="859130275" sldId="283"/>
        </pc:sldMkLst>
        <pc:picChg chg="add mod">
          <ac:chgData name="Anuj Gupta" userId="e5dab055c36b7fd1" providerId="LiveId" clId="{3220E06B-B7C6-4553-B7A0-C7A9BDCF1FB0}" dt="2026-04-06T04:45:59.719" v="1639" actId="931"/>
          <ac:picMkLst>
            <pc:docMk/>
            <pc:sldMk cId="859130275" sldId="283"/>
            <ac:picMk id="5" creationId="{BC7F32F9-4220-3C67-4E37-60E1EF281476}"/>
          </ac:picMkLst>
        </pc:picChg>
      </pc:sldChg>
    </pc:docChg>
  </pc:docChgLst>
  <pc:docChgLst>
    <pc:chgData name="Aditya Sharma" userId="2153f50bd0c698e0" providerId="LiveId" clId="{F177169D-CE89-4B59-B04D-DB07200DC47B}"/>
    <pc:docChg chg="undo custSel modSld">
      <pc:chgData name="Aditya Sharma" userId="2153f50bd0c698e0" providerId="LiveId" clId="{F177169D-CE89-4B59-B04D-DB07200DC47B}" dt="2026-03-16T04:49:29.272" v="44" actId="170"/>
      <pc:docMkLst>
        <pc:docMk/>
      </pc:docMkLst>
      <pc:sldChg chg="modSp mod">
        <pc:chgData name="Aditya Sharma" userId="2153f50bd0c698e0" providerId="LiveId" clId="{F177169D-CE89-4B59-B04D-DB07200DC47B}" dt="2026-03-16T04:48:20.009" v="30" actId="170"/>
        <pc:sldMkLst>
          <pc:docMk/>
          <pc:sldMk cId="4236174250" sldId="271"/>
        </pc:sldMkLst>
        <pc:spChg chg="mod">
          <ac:chgData name="Aditya Sharma" userId="2153f50bd0c698e0" providerId="LiveId" clId="{F177169D-CE89-4B59-B04D-DB07200DC47B}" dt="2026-03-16T04:46:36.121" v="2" actId="20577"/>
          <ac:spMkLst>
            <pc:docMk/>
            <pc:sldMk cId="4236174250" sldId="271"/>
            <ac:spMk id="2" creationId="{DC517DBF-5FC5-1D7C-7FA8-9C954C15C9D1}"/>
          </ac:spMkLst>
        </pc:spChg>
        <pc:spChg chg="ord">
          <ac:chgData name="Aditya Sharma" userId="2153f50bd0c698e0" providerId="LiveId" clId="{F177169D-CE89-4B59-B04D-DB07200DC47B}" dt="2026-03-16T04:48:20.009" v="30" actId="170"/>
          <ac:spMkLst>
            <pc:docMk/>
            <pc:sldMk cId="4236174250" sldId="271"/>
            <ac:spMk id="4" creationId="{3E6FFF68-E510-8E13-EAE1-43B44B732E02}"/>
          </ac:spMkLst>
        </pc:spChg>
      </pc:sldChg>
      <pc:sldChg chg="modSp mod">
        <pc:chgData name="Aditya Sharma" userId="2153f50bd0c698e0" providerId="LiveId" clId="{F177169D-CE89-4B59-B04D-DB07200DC47B}" dt="2026-03-16T04:49:12.038" v="38" actId="207"/>
        <pc:sldMkLst>
          <pc:docMk/>
          <pc:sldMk cId="1848783805" sldId="272"/>
        </pc:sldMkLst>
        <pc:spChg chg="mod">
          <ac:chgData name="Aditya Sharma" userId="2153f50bd0c698e0" providerId="LiveId" clId="{F177169D-CE89-4B59-B04D-DB07200DC47B}" dt="2026-03-16T04:47:24.841" v="24" actId="20577"/>
          <ac:spMkLst>
            <pc:docMk/>
            <pc:sldMk cId="1848783805" sldId="272"/>
            <ac:spMk id="2" creationId="{F7E6EEE9-BF54-E94E-15DF-8034065FD0D9}"/>
          </ac:spMkLst>
        </pc:spChg>
        <pc:spChg chg="mod ord">
          <ac:chgData name="Aditya Sharma" userId="2153f50bd0c698e0" providerId="LiveId" clId="{F177169D-CE89-4B59-B04D-DB07200DC47B}" dt="2026-03-16T04:49:12.038" v="38" actId="207"/>
          <ac:spMkLst>
            <pc:docMk/>
            <pc:sldMk cId="1848783805" sldId="272"/>
            <ac:spMk id="5" creationId="{235141D0-D37F-9A6B-5E7B-54AD6ED82835}"/>
          </ac:spMkLst>
        </pc:spChg>
      </pc:sldChg>
      <pc:sldChg chg="modSp mod">
        <pc:chgData name="Aditya Sharma" userId="2153f50bd0c698e0" providerId="LiveId" clId="{F177169D-CE89-4B59-B04D-DB07200DC47B}" dt="2026-03-16T04:46:24.889" v="0" actId="207"/>
        <pc:sldMkLst>
          <pc:docMk/>
          <pc:sldMk cId="874185500" sldId="277"/>
        </pc:sldMkLst>
        <pc:spChg chg="mod">
          <ac:chgData name="Aditya Sharma" userId="2153f50bd0c698e0" providerId="LiveId" clId="{F177169D-CE89-4B59-B04D-DB07200DC47B}" dt="2026-03-16T04:46:24.889" v="0" actId="207"/>
          <ac:spMkLst>
            <pc:docMk/>
            <pc:sldMk cId="874185500" sldId="277"/>
            <ac:spMk id="29" creationId="{07CE452F-94E5-5CBA-1D2F-6297BC69CC4F}"/>
          </ac:spMkLst>
        </pc:spChg>
      </pc:sldChg>
      <pc:sldChg chg="modSp mod">
        <pc:chgData name="Aditya Sharma" userId="2153f50bd0c698e0" providerId="LiveId" clId="{F177169D-CE89-4B59-B04D-DB07200DC47B}" dt="2026-03-16T04:49:29.272" v="44" actId="170"/>
        <pc:sldMkLst>
          <pc:docMk/>
          <pc:sldMk cId="3399093644" sldId="278"/>
        </pc:sldMkLst>
        <pc:spChg chg="mod">
          <ac:chgData name="Aditya Sharma" userId="2153f50bd0c698e0" providerId="LiveId" clId="{F177169D-CE89-4B59-B04D-DB07200DC47B}" dt="2026-03-16T04:47:32.610" v="26" actId="20577"/>
          <ac:spMkLst>
            <pc:docMk/>
            <pc:sldMk cId="3399093644" sldId="278"/>
            <ac:spMk id="2" creationId="{0B9C0251-72E8-0D82-0D3A-D09F71403788}"/>
          </ac:spMkLst>
        </pc:spChg>
        <pc:spChg chg="ord">
          <ac:chgData name="Aditya Sharma" userId="2153f50bd0c698e0" providerId="LiveId" clId="{F177169D-CE89-4B59-B04D-DB07200DC47B}" dt="2026-03-16T04:49:29.272" v="44" actId="170"/>
          <ac:spMkLst>
            <pc:docMk/>
            <pc:sldMk cId="3399093644" sldId="278"/>
            <ac:spMk id="4" creationId="{94939A53-217B-D1CE-1EFD-EDC9B7B1B6E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/>
            <a:t>Result</a:t>
          </a:r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96395E8-647F-40DC-8E64-7265CE188D0C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>
              <a:latin typeface="Aptos" panose="020B0004020202020204" pitchFamily="34" charset="0"/>
            </a:rPr>
            <a:t>Paper</a:t>
          </a:r>
        </a:p>
      </dgm:t>
    </dgm:pt>
    <dgm:pt modelId="{D88CABE8-A08F-41D5-B594-31B62227C867}" type="sibTrans" cxnId="{789D1760-271C-41E6-914D-08B6B3BDCF19}">
      <dgm:prSet/>
      <dgm:spPr/>
      <dgm:t>
        <a:bodyPr/>
        <a:lstStyle/>
        <a:p>
          <a:endParaRPr lang="en-IN"/>
        </a:p>
      </dgm:t>
    </dgm:pt>
    <dgm:pt modelId="{E8A1CE4F-A57D-4CF8-B1C2-84C7D15C1A4C}" type="parTrans" cxnId="{789D1760-271C-41E6-914D-08B6B3BDCF19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6E54FECD-F3E0-481D-BD1C-DB0805B8858F}" type="pres">
      <dgm:prSet presAssocID="{E8A1CE4F-A57D-4CF8-B1C2-84C7D15C1A4C}" presName="Name25" presStyleLbl="parChTrans1D1" presStyleIdx="0" presStyleCnt="2"/>
      <dgm:spPr/>
    </dgm:pt>
    <dgm:pt modelId="{C86A59E1-C1AC-4028-9D08-5BA49CC948E8}" type="pres">
      <dgm:prSet presAssocID="{896395E8-647F-40DC-8E64-7265CE188D0C}" presName="node" presStyleCnt="0"/>
      <dgm:spPr/>
    </dgm:pt>
    <dgm:pt modelId="{568551A5-53DB-473A-8A84-8B302E9EEBA8}" type="pres">
      <dgm:prSet presAssocID="{896395E8-647F-40DC-8E64-7265CE188D0C}" presName="parentNode" presStyleLbl="node1" presStyleIdx="1" presStyleCnt="3">
        <dgm:presLayoutVars>
          <dgm:chMax val="1"/>
          <dgm:bulletEnabled val="1"/>
        </dgm:presLayoutVars>
      </dgm:prSet>
      <dgm:spPr/>
    </dgm:pt>
    <dgm:pt modelId="{6D4CAEE0-6923-4DE2-8EB9-9428BFC2C555}" type="pres">
      <dgm:prSet presAssocID="{896395E8-647F-40DC-8E64-7265CE188D0C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147AEE5C-A62F-4451-AD3A-8C7411E9058E}" type="presOf" srcId="{E8A1CE4F-A57D-4CF8-B1C2-84C7D15C1A4C}" destId="{6E54FECD-F3E0-481D-BD1C-DB0805B8858F}" srcOrd="0" destOrd="0" presId="urn:microsoft.com/office/officeart/2005/8/layout/radial2"/>
    <dgm:cxn modelId="{789D1760-271C-41E6-914D-08B6B3BDCF19}" srcId="{60A35C7A-0A3D-40C7-8C89-0A21AD70240E}" destId="{896395E8-647F-40DC-8E64-7265CE188D0C}" srcOrd="0" destOrd="0" parTransId="{E8A1CE4F-A57D-4CF8-B1C2-84C7D15C1A4C}" sibTransId="{D88CABE8-A08F-41D5-B594-31B62227C867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85C6A258-6323-4E2F-84E6-FF8F2A96A18C}" type="presOf" srcId="{896395E8-647F-40DC-8E64-7265CE188D0C}" destId="{568551A5-53DB-473A-8A84-8B302E9EEBA8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0ADBD45A-EB17-44B4-BA34-1ED5ED8E16FC}" type="presParOf" srcId="{2A3DABD5-2DE2-4C17-AC61-EA3E51D2A41B}" destId="{6E54FECD-F3E0-481D-BD1C-DB0805B8858F}" srcOrd="1" destOrd="0" presId="urn:microsoft.com/office/officeart/2005/8/layout/radial2"/>
    <dgm:cxn modelId="{EEB0A345-34F8-4B05-9207-EC2DE2B64B8C}" type="presParOf" srcId="{2A3DABD5-2DE2-4C17-AC61-EA3E51D2A41B}" destId="{C86A59E1-C1AC-4028-9D08-5BA49CC948E8}" srcOrd="2" destOrd="0" presId="urn:microsoft.com/office/officeart/2005/8/layout/radial2"/>
    <dgm:cxn modelId="{5F99D246-0A3C-4C02-9604-EC823FD1FA4C}" type="presParOf" srcId="{C86A59E1-C1AC-4028-9D08-5BA49CC948E8}" destId="{568551A5-53DB-473A-8A84-8B302E9EEBA8}" srcOrd="0" destOrd="0" presId="urn:microsoft.com/office/officeart/2005/8/layout/radial2"/>
    <dgm:cxn modelId="{12E843A3-2263-434E-A071-D1E5BAA52988}" type="presParOf" srcId="{C86A59E1-C1AC-4028-9D08-5BA49CC948E8}" destId="{6D4CAEE0-6923-4DE2-8EB9-9428BFC2C555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/>
            <a:t>Result</a:t>
          </a:r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96395E8-647F-40DC-8E64-7265CE188D0C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>
              <a:latin typeface="Aptos" panose="020B0004020202020204" pitchFamily="34" charset="0"/>
            </a:rPr>
            <a:t>Paper</a:t>
          </a:r>
        </a:p>
      </dgm:t>
    </dgm:pt>
    <dgm:pt modelId="{D88CABE8-A08F-41D5-B594-31B62227C867}" type="sibTrans" cxnId="{789D1760-271C-41E6-914D-08B6B3BDCF19}">
      <dgm:prSet/>
      <dgm:spPr/>
      <dgm:t>
        <a:bodyPr/>
        <a:lstStyle/>
        <a:p>
          <a:endParaRPr lang="en-IN"/>
        </a:p>
      </dgm:t>
    </dgm:pt>
    <dgm:pt modelId="{E8A1CE4F-A57D-4CF8-B1C2-84C7D15C1A4C}" type="parTrans" cxnId="{789D1760-271C-41E6-914D-08B6B3BDCF19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6E54FECD-F3E0-481D-BD1C-DB0805B8858F}" type="pres">
      <dgm:prSet presAssocID="{E8A1CE4F-A57D-4CF8-B1C2-84C7D15C1A4C}" presName="Name25" presStyleLbl="parChTrans1D1" presStyleIdx="0" presStyleCnt="2"/>
      <dgm:spPr/>
    </dgm:pt>
    <dgm:pt modelId="{C86A59E1-C1AC-4028-9D08-5BA49CC948E8}" type="pres">
      <dgm:prSet presAssocID="{896395E8-647F-40DC-8E64-7265CE188D0C}" presName="node" presStyleCnt="0"/>
      <dgm:spPr/>
    </dgm:pt>
    <dgm:pt modelId="{568551A5-53DB-473A-8A84-8B302E9EEBA8}" type="pres">
      <dgm:prSet presAssocID="{896395E8-647F-40DC-8E64-7265CE188D0C}" presName="parentNode" presStyleLbl="node1" presStyleIdx="1" presStyleCnt="3">
        <dgm:presLayoutVars>
          <dgm:chMax val="1"/>
          <dgm:bulletEnabled val="1"/>
        </dgm:presLayoutVars>
      </dgm:prSet>
      <dgm:spPr/>
    </dgm:pt>
    <dgm:pt modelId="{6D4CAEE0-6923-4DE2-8EB9-9428BFC2C555}" type="pres">
      <dgm:prSet presAssocID="{896395E8-647F-40DC-8E64-7265CE188D0C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147AEE5C-A62F-4451-AD3A-8C7411E9058E}" type="presOf" srcId="{E8A1CE4F-A57D-4CF8-B1C2-84C7D15C1A4C}" destId="{6E54FECD-F3E0-481D-BD1C-DB0805B8858F}" srcOrd="0" destOrd="0" presId="urn:microsoft.com/office/officeart/2005/8/layout/radial2"/>
    <dgm:cxn modelId="{789D1760-271C-41E6-914D-08B6B3BDCF19}" srcId="{60A35C7A-0A3D-40C7-8C89-0A21AD70240E}" destId="{896395E8-647F-40DC-8E64-7265CE188D0C}" srcOrd="0" destOrd="0" parTransId="{E8A1CE4F-A57D-4CF8-B1C2-84C7D15C1A4C}" sibTransId="{D88CABE8-A08F-41D5-B594-31B62227C867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85C6A258-6323-4E2F-84E6-FF8F2A96A18C}" type="presOf" srcId="{896395E8-647F-40DC-8E64-7265CE188D0C}" destId="{568551A5-53DB-473A-8A84-8B302E9EEBA8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0ADBD45A-EB17-44B4-BA34-1ED5ED8E16FC}" type="presParOf" srcId="{2A3DABD5-2DE2-4C17-AC61-EA3E51D2A41B}" destId="{6E54FECD-F3E0-481D-BD1C-DB0805B8858F}" srcOrd="1" destOrd="0" presId="urn:microsoft.com/office/officeart/2005/8/layout/radial2"/>
    <dgm:cxn modelId="{EEB0A345-34F8-4B05-9207-EC2DE2B64B8C}" type="presParOf" srcId="{2A3DABD5-2DE2-4C17-AC61-EA3E51D2A41B}" destId="{C86A59E1-C1AC-4028-9D08-5BA49CC948E8}" srcOrd="2" destOrd="0" presId="urn:microsoft.com/office/officeart/2005/8/layout/radial2"/>
    <dgm:cxn modelId="{5F99D246-0A3C-4C02-9604-EC823FD1FA4C}" type="presParOf" srcId="{C86A59E1-C1AC-4028-9D08-5BA49CC948E8}" destId="{568551A5-53DB-473A-8A84-8B302E9EEBA8}" srcOrd="0" destOrd="0" presId="urn:microsoft.com/office/officeart/2005/8/layout/radial2"/>
    <dgm:cxn modelId="{12E843A3-2263-434E-A071-D1E5BAA52988}" type="presParOf" srcId="{C86A59E1-C1AC-4028-9D08-5BA49CC948E8}" destId="{6D4CAEE0-6923-4DE2-8EB9-9428BFC2C555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6271">
          <a:off x="2437963" y="319040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4FECD-F3E0-481D-BD1C-DB0805B8858F}">
      <dsp:nvSpPr>
        <dsp:cNvPr id="0" name=""/>
        <dsp:cNvSpPr/>
      </dsp:nvSpPr>
      <dsp:spPr>
        <a:xfrm rot="19843729">
          <a:off x="2437963" y="158149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768" y="951216"/>
          <a:ext cx="2937396" cy="2937396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551A5-53DB-473A-8A84-8B302E9EEBA8}">
      <dsp:nvSpPr>
        <dsp:cNvPr id="0" name=""/>
        <dsp:cNvSpPr/>
      </dsp:nvSpPr>
      <dsp:spPr>
        <a:xfrm>
          <a:off x="3199284" y="75176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>
              <a:latin typeface="Aptos" panose="020B0004020202020204" pitchFamily="34" charset="0"/>
            </a:rPr>
            <a:t>Paper</a:t>
          </a:r>
        </a:p>
      </dsp:txBody>
      <dsp:txXfrm>
        <a:off x="3457387" y="333279"/>
        <a:ext cx="1246232" cy="1246232"/>
      </dsp:txXfrm>
    </dsp:sp>
    <dsp:sp modelId="{F7FB3385-9438-41F0-ADE6-6EE085BA2D76}">
      <dsp:nvSpPr>
        <dsp:cNvPr id="0" name=""/>
        <dsp:cNvSpPr/>
      </dsp:nvSpPr>
      <dsp:spPr>
        <a:xfrm>
          <a:off x="3199284" y="3002215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Result</a:t>
          </a:r>
        </a:p>
      </dsp:txBody>
      <dsp:txXfrm>
        <a:off x="3457387" y="3260318"/>
        <a:ext cx="1246232" cy="1246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6271">
          <a:off x="2437963" y="319040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4FECD-F3E0-481D-BD1C-DB0805B8858F}">
      <dsp:nvSpPr>
        <dsp:cNvPr id="0" name=""/>
        <dsp:cNvSpPr/>
      </dsp:nvSpPr>
      <dsp:spPr>
        <a:xfrm rot="19843729">
          <a:off x="2437963" y="158149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768" y="951216"/>
          <a:ext cx="2937396" cy="2937396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551A5-53DB-473A-8A84-8B302E9EEBA8}">
      <dsp:nvSpPr>
        <dsp:cNvPr id="0" name=""/>
        <dsp:cNvSpPr/>
      </dsp:nvSpPr>
      <dsp:spPr>
        <a:xfrm>
          <a:off x="3199284" y="75176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>
              <a:latin typeface="Aptos" panose="020B0004020202020204" pitchFamily="34" charset="0"/>
            </a:rPr>
            <a:t>Paper</a:t>
          </a:r>
        </a:p>
      </dsp:txBody>
      <dsp:txXfrm>
        <a:off x="3457387" y="333279"/>
        <a:ext cx="1246232" cy="1246232"/>
      </dsp:txXfrm>
    </dsp:sp>
    <dsp:sp modelId="{F7FB3385-9438-41F0-ADE6-6EE085BA2D76}">
      <dsp:nvSpPr>
        <dsp:cNvPr id="0" name=""/>
        <dsp:cNvSpPr/>
      </dsp:nvSpPr>
      <dsp:spPr>
        <a:xfrm>
          <a:off x="3199284" y="3002215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Result</a:t>
          </a:r>
        </a:p>
      </dsp:txBody>
      <dsp:txXfrm>
        <a:off x="3457387" y="3260318"/>
        <a:ext cx="1246232" cy="12462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21D08-52A7-42E5-9152-F094439821A9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327DF-1F2B-4F80-9143-87FC2E6A4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5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327DF-1F2B-4F80-9143-87FC2E6A4D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79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DBC5-A1B4-E476-4216-2CD2FDA3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95709-1184-02AC-5FB9-18039DCB4738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F699B-2204-72E2-19BC-292B09963D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168230E-8387-89C9-5674-4D3D1A93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Aptos" panose="020B0004020202020204" pitchFamily="34" charset="0"/>
              </a:rPr>
              <a:t>“High Performance Carry Save Adder </a:t>
            </a:r>
            <a:br>
              <a:rPr lang="en-IN" sz="3200" b="1" dirty="0">
                <a:latin typeface="Aptos" panose="020B0004020202020204" pitchFamily="34" charset="0"/>
              </a:rPr>
            </a:br>
            <a:r>
              <a:rPr lang="en-IN" sz="3200" b="1" dirty="0">
                <a:latin typeface="Aptos" panose="020B0004020202020204" pitchFamily="34" charset="0"/>
              </a:rPr>
              <a:t>Design : Based on </a:t>
            </a:r>
            <a:r>
              <a:rPr lang="en-US" sz="3200" b="1" dirty="0">
                <a:latin typeface="Aptos" panose="020B0004020202020204" pitchFamily="34" charset="0"/>
              </a:rPr>
              <a:t>Parallel Addition Technique”</a:t>
            </a:r>
            <a:endParaRPr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71CF6-5ED2-37F5-B7DB-512F7B22B44E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63674-2964-E347-E78C-AB89A7867448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B648E-C84A-0BBC-A5BA-1DA07AB692A2}"/>
              </a:ext>
            </a:extLst>
          </p:cNvPr>
          <p:cNvSpPr txBox="1"/>
          <p:nvPr/>
        </p:nvSpPr>
        <p:spPr>
          <a:xfrm>
            <a:off x="7162800" y="0"/>
            <a:ext cx="225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Date – 16</a:t>
            </a:r>
            <a:r>
              <a:rPr lang="en-IN" b="1" baseline="30000" dirty="0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 Mar 26</a:t>
            </a:r>
          </a:p>
        </p:txBody>
      </p:sp>
    </p:spTree>
    <p:extLst>
      <p:ext uri="{BB962C8B-B14F-4D97-AF65-F5344CB8AC3E}">
        <p14:creationId xmlns:p14="http://schemas.microsoft.com/office/powerpoint/2010/main" val="277767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B39F2E-30E9-9179-533A-C016841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046C7-FF37-B682-88B7-78B5CB8152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7B346D-31B8-F7B0-CA69-DC6B60731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5746135" cy="609385"/>
          </a:xfrm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lang="en-IN" sz="2800" b="1" u="sng" spc="150" dirty="0">
                <a:solidFill>
                  <a:schemeClr val="tx1"/>
                </a:solidFill>
                <a:latin typeface="Aptos" panose="020B0004020202020204" pitchFamily="34" charset="0"/>
              </a:rPr>
              <a:t>1. Recap of Week 4</a:t>
            </a:r>
            <a:r>
              <a:rPr lang="en-IN" sz="2800" b="1" u="sng" spc="150" dirty="0">
                <a:solidFill>
                  <a:srgbClr val="FFFAF0"/>
                </a:solidFill>
                <a:latin typeface="Aptos" panose="020B0004020202020204" pitchFamily="34" charset="0"/>
              </a:rPr>
              <a:t> </a:t>
            </a:r>
            <a:endParaRPr sz="2800" b="1" u="sng" dirty="0"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2A100D-2634-8F59-6D0A-6009F15A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200" y="514351"/>
            <a:ext cx="929640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Derived the mathematical equations for sum and carry generation in CSA</a:t>
            </a:r>
          </a:p>
          <a:p>
            <a:r>
              <a:rPr lang="en-US" dirty="0">
                <a:latin typeface="Aptos" panose="020B0004020202020204" pitchFamily="34" charset="0"/>
              </a:rPr>
              <a:t>• Analyzed important performance parameters including:</a:t>
            </a:r>
          </a:p>
          <a:p>
            <a:r>
              <a:rPr lang="en-US" dirty="0">
                <a:latin typeface="Aptos" panose="020B0004020202020204" pitchFamily="34" charset="0"/>
              </a:rPr>
              <a:t>      • Latency</a:t>
            </a:r>
          </a:p>
          <a:p>
            <a:r>
              <a:rPr lang="en-US" dirty="0">
                <a:latin typeface="Aptos" panose="020B0004020202020204" pitchFamily="34" charset="0"/>
              </a:rPr>
              <a:t>      • Throughput</a:t>
            </a:r>
          </a:p>
          <a:p>
            <a:r>
              <a:rPr lang="en-US" dirty="0">
                <a:latin typeface="Aptos" panose="020B0004020202020204" pitchFamily="34" charset="0"/>
              </a:rPr>
              <a:t>      • Propagation Delay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Studied the impact on area utilization and power consumption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Prepared design hierarchy for implementation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Converted mathematical CSA equations into RTL logic structure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Observed that CSA provides bit-width independent delay for intermediate                                       addition stages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 Examined the relationship between switching activity and power consumption in digital circuits</a:t>
            </a:r>
          </a:p>
        </p:txBody>
      </p:sp>
    </p:spTree>
    <p:extLst>
      <p:ext uri="{BB962C8B-B14F-4D97-AF65-F5344CB8AC3E}">
        <p14:creationId xmlns:p14="http://schemas.microsoft.com/office/powerpoint/2010/main" val="42191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D1D34-5367-AEF5-2A0F-785EDEAB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4">
            <a:extLst>
              <a:ext uri="{FF2B5EF4-FFF2-40B4-BE49-F238E27FC236}">
                <a16:creationId xmlns:a16="http://schemas.microsoft.com/office/drawing/2014/main" id="{858C66E5-F9B0-0022-4E03-83BBF85B65E6}"/>
              </a:ext>
            </a:extLst>
          </p:cNvPr>
          <p:cNvSpPr txBox="1"/>
          <p:nvPr/>
        </p:nvSpPr>
        <p:spPr>
          <a:xfrm>
            <a:off x="4999990" y="753017"/>
            <a:ext cx="13077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spc="-55" dirty="0">
                <a:latin typeface="Aptos" panose="020B0004020202020204" pitchFamily="34" charset="0"/>
                <a:cs typeface="Arial"/>
              </a:rPr>
              <a:t>CSA  + CLA</a:t>
            </a:r>
            <a:endParaRPr lang="en-IN" sz="1600" u="sng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B70979B-7A1B-E475-A989-26D6B5078A0C}"/>
              </a:ext>
            </a:extLst>
          </p:cNvPr>
          <p:cNvSpPr txBox="1"/>
          <p:nvPr/>
        </p:nvSpPr>
        <p:spPr>
          <a:xfrm>
            <a:off x="2172660" y="722075"/>
            <a:ext cx="19527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dirty="0">
                <a:latin typeface="Aptos" panose="020B0004020202020204" pitchFamily="34" charset="0"/>
                <a:cs typeface="Arial"/>
              </a:rPr>
              <a:t>Domino Logic CSA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9AF8BF5-CBC3-E9CF-51F0-07B4637FC54A}"/>
              </a:ext>
            </a:extLst>
          </p:cNvPr>
          <p:cNvSpPr txBox="1"/>
          <p:nvPr/>
        </p:nvSpPr>
        <p:spPr>
          <a:xfrm>
            <a:off x="94277" y="1146176"/>
            <a:ext cx="1349375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Design Technique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BA804CD7-FB00-3296-E66D-17766052C3D7}"/>
              </a:ext>
            </a:extLst>
          </p:cNvPr>
          <p:cNvSpPr txBox="1"/>
          <p:nvPr/>
        </p:nvSpPr>
        <p:spPr>
          <a:xfrm>
            <a:off x="2304612" y="1981080"/>
            <a:ext cx="144650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Reduced Delay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7BC5DAEB-EAE2-5889-8EEA-5C1FDB14D7CE}"/>
              </a:ext>
            </a:extLst>
          </p:cNvPr>
          <p:cNvSpPr txBox="1"/>
          <p:nvPr/>
        </p:nvSpPr>
        <p:spPr>
          <a:xfrm>
            <a:off x="81988" y="1853223"/>
            <a:ext cx="1349375" cy="444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ts val="1664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Main Objective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246C2B06-C4EA-2EB3-14E1-2B1819648A21}"/>
              </a:ext>
            </a:extLst>
          </p:cNvPr>
          <p:cNvSpPr txBox="1"/>
          <p:nvPr/>
        </p:nvSpPr>
        <p:spPr>
          <a:xfrm>
            <a:off x="2438400" y="2703946"/>
            <a:ext cx="8851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 err="1">
                <a:latin typeface="Aptos" panose="020B0004020202020204" pitchFamily="34" charset="0"/>
                <a:cs typeface="Arial MT"/>
              </a:rPr>
              <a:t>Microwind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DD91DB2-E679-E587-88F4-1B8133FEF90D}"/>
              </a:ext>
            </a:extLst>
          </p:cNvPr>
          <p:cNvSpPr txBox="1"/>
          <p:nvPr/>
        </p:nvSpPr>
        <p:spPr>
          <a:xfrm>
            <a:off x="105636" y="3328879"/>
            <a:ext cx="1338580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Speed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C54705A3-1B7C-63A5-BF8A-A06AFB424862}"/>
              </a:ext>
            </a:extLst>
          </p:cNvPr>
          <p:cNvSpPr txBox="1"/>
          <p:nvPr/>
        </p:nvSpPr>
        <p:spPr>
          <a:xfrm>
            <a:off x="2418543" y="3329275"/>
            <a:ext cx="984828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Very High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E95C569D-B75A-7E12-18DC-2225BB3BCABB}"/>
              </a:ext>
            </a:extLst>
          </p:cNvPr>
          <p:cNvSpPr txBox="1"/>
          <p:nvPr/>
        </p:nvSpPr>
        <p:spPr>
          <a:xfrm>
            <a:off x="118774" y="3886796"/>
            <a:ext cx="1250950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Power 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3CE1616D-DFA9-FD4B-468C-5F777EA4F345}"/>
              </a:ext>
            </a:extLst>
          </p:cNvPr>
          <p:cNvSpPr txBox="1"/>
          <p:nvPr/>
        </p:nvSpPr>
        <p:spPr>
          <a:xfrm>
            <a:off x="2438400" y="3890835"/>
            <a:ext cx="144650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Low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07CE452F-94E5-5CBA-1D2F-6297BC69CC4F}"/>
              </a:ext>
            </a:extLst>
          </p:cNvPr>
          <p:cNvSpPr txBox="1"/>
          <p:nvPr/>
        </p:nvSpPr>
        <p:spPr>
          <a:xfrm>
            <a:off x="81988" y="11268"/>
            <a:ext cx="49950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u="sng" spc="110" dirty="0">
                <a:solidFill>
                  <a:schemeClr val="tx1"/>
                </a:solidFill>
                <a:latin typeface="Aptos" panose="020B0004020202020204" pitchFamily="34" charset="0"/>
                <a:cs typeface="Calibri"/>
              </a:rPr>
              <a:t>2. Comparison Table</a:t>
            </a:r>
            <a:endParaRPr lang="en-IN" sz="2400" u="sng" dirty="0">
              <a:solidFill>
                <a:schemeClr val="tx1"/>
              </a:solidFill>
              <a:latin typeface="Aptos" panose="020B0004020202020204" pitchFamily="34" charset="0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7E912A-E5B0-C687-05D3-190552C31D2F}"/>
              </a:ext>
            </a:extLst>
          </p:cNvPr>
          <p:cNvSpPr txBox="1"/>
          <p:nvPr/>
        </p:nvSpPr>
        <p:spPr>
          <a:xfrm>
            <a:off x="177436" y="671436"/>
            <a:ext cx="1307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spc="-10" dirty="0">
                <a:latin typeface="Aptos" panose="020B0004020202020204" pitchFamily="34" charset="0"/>
                <a:cs typeface="Arial"/>
              </a:rPr>
              <a:t>Parameters </a:t>
            </a:r>
          </a:p>
          <a:p>
            <a:endParaRPr lang="en-IN" sz="1600" u="sng" dirty="0"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523AB-54B1-5BDD-36BD-AFB6CC753350}"/>
              </a:ext>
            </a:extLst>
          </p:cNvPr>
          <p:cNvSpPr txBox="1"/>
          <p:nvPr/>
        </p:nvSpPr>
        <p:spPr>
          <a:xfrm>
            <a:off x="8232" y="2709858"/>
            <a:ext cx="1646201" cy="30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Technology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A9BA6-1F28-E345-74F8-9726D7F8492E}"/>
              </a:ext>
            </a:extLst>
          </p:cNvPr>
          <p:cNvSpPr txBox="1"/>
          <p:nvPr/>
        </p:nvSpPr>
        <p:spPr>
          <a:xfrm>
            <a:off x="6957027" y="697548"/>
            <a:ext cx="1952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Aptos" panose="020B0004020202020204" pitchFamily="34" charset="0"/>
              </a:rPr>
              <a:t>Static CMOS CSA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790CA-6703-F920-23AD-696D3F7BDFFF}"/>
              </a:ext>
            </a:extLst>
          </p:cNvPr>
          <p:cNvSpPr txBox="1"/>
          <p:nvPr/>
        </p:nvSpPr>
        <p:spPr>
          <a:xfrm>
            <a:off x="2172660" y="116413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Dynamic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D964B-1AC2-D9DC-470F-E200B639B594}"/>
              </a:ext>
            </a:extLst>
          </p:cNvPr>
          <p:cNvSpPr txBox="1"/>
          <p:nvPr/>
        </p:nvSpPr>
        <p:spPr>
          <a:xfrm>
            <a:off x="-533400" y="7067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2F0F00-970C-5704-872C-9D475997CEB6}"/>
              </a:ext>
            </a:extLst>
          </p:cNvPr>
          <p:cNvSpPr txBox="1"/>
          <p:nvPr/>
        </p:nvSpPr>
        <p:spPr>
          <a:xfrm>
            <a:off x="4876800" y="1163035"/>
            <a:ext cx="134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Hybrid Adder Architecture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3EA153-DD42-1FAF-36A5-5052E46F2B90}"/>
              </a:ext>
            </a:extLst>
          </p:cNvPr>
          <p:cNvSpPr txBox="1"/>
          <p:nvPr/>
        </p:nvSpPr>
        <p:spPr>
          <a:xfrm>
            <a:off x="4794302" y="2571750"/>
            <a:ext cx="1646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Cadence/Xilinx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1C613E-4D61-968F-697C-8AE1DAD4B630}"/>
              </a:ext>
            </a:extLst>
          </p:cNvPr>
          <p:cNvSpPr txBox="1"/>
          <p:nvPr/>
        </p:nvSpPr>
        <p:spPr>
          <a:xfrm>
            <a:off x="4794302" y="1929843"/>
            <a:ext cx="1819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Increased Speed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27ED30-B383-77AD-7888-C3C9DCDA2EFC}"/>
              </a:ext>
            </a:extLst>
          </p:cNvPr>
          <p:cNvSpPr txBox="1"/>
          <p:nvPr/>
        </p:nvSpPr>
        <p:spPr>
          <a:xfrm>
            <a:off x="4875051" y="3257449"/>
            <a:ext cx="159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Highest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CC5EDC-6A83-5C02-F178-4FB87E829FB4}"/>
              </a:ext>
            </a:extLst>
          </p:cNvPr>
          <p:cNvSpPr txBox="1"/>
          <p:nvPr/>
        </p:nvSpPr>
        <p:spPr>
          <a:xfrm>
            <a:off x="7086259" y="4390483"/>
            <a:ext cx="2200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Optimized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7248B4-17EE-2FDB-F7AA-85E766717983}"/>
              </a:ext>
            </a:extLst>
          </p:cNvPr>
          <p:cNvSpPr txBox="1"/>
          <p:nvPr/>
        </p:nvSpPr>
        <p:spPr>
          <a:xfrm>
            <a:off x="7157133" y="1183681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Static CMOS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4867AB-791E-BC34-2BB4-91E27CBAC783}"/>
              </a:ext>
            </a:extLst>
          </p:cNvPr>
          <p:cNvSpPr txBox="1"/>
          <p:nvPr/>
        </p:nvSpPr>
        <p:spPr>
          <a:xfrm>
            <a:off x="6915485" y="1920667"/>
            <a:ext cx="2218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Reduced Power and Area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3BF8EB-D050-7394-51CE-D2E5B9664BB7}"/>
              </a:ext>
            </a:extLst>
          </p:cNvPr>
          <p:cNvSpPr txBox="1"/>
          <p:nvPr/>
        </p:nvSpPr>
        <p:spPr>
          <a:xfrm>
            <a:off x="7041332" y="2551018"/>
            <a:ext cx="19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125nm Technology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040A92-53B0-0116-9B60-324ADBF946E5}"/>
              </a:ext>
            </a:extLst>
          </p:cNvPr>
          <p:cNvSpPr txBox="1"/>
          <p:nvPr/>
        </p:nvSpPr>
        <p:spPr>
          <a:xfrm>
            <a:off x="7160895" y="3203871"/>
            <a:ext cx="19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Moderate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CBC71B-6153-A473-B3DE-4517A2D68622}"/>
              </a:ext>
            </a:extLst>
          </p:cNvPr>
          <p:cNvSpPr txBox="1"/>
          <p:nvPr/>
        </p:nvSpPr>
        <p:spPr>
          <a:xfrm>
            <a:off x="7077381" y="3805930"/>
            <a:ext cx="2218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Very Low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3ED36-E597-6222-858B-180A33465DC2}"/>
              </a:ext>
            </a:extLst>
          </p:cNvPr>
          <p:cNvSpPr txBox="1"/>
          <p:nvPr/>
        </p:nvSpPr>
        <p:spPr>
          <a:xfrm>
            <a:off x="-87313" y="4866501"/>
            <a:ext cx="9111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Reference - Low Power and Area Efficient Carry Save Adder Based on Static 125nm CMOS Technology , </a:t>
            </a:r>
            <a:r>
              <a:rPr lang="en-IN" sz="1200" b="1" u="sng" dirty="0">
                <a:solidFill>
                  <a:schemeClr val="tx1"/>
                </a:solidFill>
                <a:latin typeface="Aptos" panose="020B0004020202020204" pitchFamily="34" charset="0"/>
              </a:rPr>
              <a:t>G. Naveen Balaj</a:t>
            </a:r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  , </a:t>
            </a:r>
            <a:r>
              <a:rPr lang="en-IN" sz="1200" b="1" u="sng" dirty="0">
                <a:solidFill>
                  <a:schemeClr val="tx1"/>
                </a:solidFill>
              </a:rPr>
              <a:t>M. Ishwarya</a:t>
            </a:r>
            <a:r>
              <a:rPr lang="en-IN" sz="1200" b="1" u="sng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B28230-8A7D-6F59-5437-01E69D092008}"/>
              </a:ext>
            </a:extLst>
          </p:cNvPr>
          <p:cNvSpPr txBox="1"/>
          <p:nvPr/>
        </p:nvSpPr>
        <p:spPr>
          <a:xfrm>
            <a:off x="8232" y="4436764"/>
            <a:ext cx="136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Area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C996E0-5D6C-3B3A-466D-8D1D0B7EF79B}"/>
              </a:ext>
            </a:extLst>
          </p:cNvPr>
          <p:cNvSpPr txBox="1"/>
          <p:nvPr/>
        </p:nvSpPr>
        <p:spPr>
          <a:xfrm>
            <a:off x="2298314" y="4392761"/>
            <a:ext cx="98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Reduced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21C09A-EF84-5050-A80E-5981D8024A29}"/>
              </a:ext>
            </a:extLst>
          </p:cNvPr>
          <p:cNvSpPr txBox="1"/>
          <p:nvPr/>
        </p:nvSpPr>
        <p:spPr>
          <a:xfrm>
            <a:off x="4724400" y="4390483"/>
            <a:ext cx="19961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Slightly Larger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E22CA4-15FE-4CC0-E120-D803B42DEB34}"/>
              </a:ext>
            </a:extLst>
          </p:cNvPr>
          <p:cNvSpPr txBox="1"/>
          <p:nvPr/>
        </p:nvSpPr>
        <p:spPr>
          <a:xfrm>
            <a:off x="4854149" y="3886796"/>
            <a:ext cx="1599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Moderate</a:t>
            </a:r>
          </a:p>
        </p:txBody>
      </p:sp>
    </p:spTree>
    <p:extLst>
      <p:ext uri="{BB962C8B-B14F-4D97-AF65-F5344CB8AC3E}">
        <p14:creationId xmlns:p14="http://schemas.microsoft.com/office/powerpoint/2010/main" val="87418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3BE4-BE93-6CFF-BF9B-4F00F650B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538A2-85BE-839F-2952-D461B80B8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F32F9-4220-3C67-4E37-60E1EF281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3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7DBF-5FC5-1D7C-7FA8-9C954C15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F8F2A-DD86-E610-1316-1989A9A49272}"/>
              </a:ext>
            </a:extLst>
          </p:cNvPr>
          <p:cNvSpPr txBox="1"/>
          <p:nvPr/>
        </p:nvSpPr>
        <p:spPr>
          <a:xfrm>
            <a:off x="5634149" y="891770"/>
            <a:ext cx="37384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22059.76 </a:t>
            </a:r>
            <a:r>
              <a:rPr lang="en-IN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nW</a:t>
            </a:r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(2.20597e-05 W)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0F98DC-295D-74AF-5847-07AEC1D52FB1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23703.8 </a:t>
            </a:r>
            <a:r>
              <a:rPr lang="en-IN" sz="2000" dirty="0" err="1">
                <a:solidFill>
                  <a:schemeClr val="bg1"/>
                </a:solidFill>
              </a:rPr>
              <a:t>nW</a:t>
            </a:r>
            <a:r>
              <a:rPr lang="en-IN" sz="2000" dirty="0">
                <a:solidFill>
                  <a:schemeClr val="bg1"/>
                </a:solidFill>
              </a:rPr>
              <a:t> (2.37038e-05 W)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2CBD019-ADB3-8F7F-2700-7FBDC958DC00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D381530-44D4-DE08-7D9D-7D21AF3C7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308007"/>
              </p:ext>
            </p:extLst>
          </p:nvPr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6FFF68-E510-8E13-EAE1-43B44B732E02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E025B-C3C2-CB3F-B5F7-B5DF893FFF70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POWER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5F75E55-7C41-E86C-A9FE-245791FF47BC}"/>
              </a:ext>
            </a:extLst>
          </p:cNvPr>
          <p:cNvSpPr txBox="1"/>
          <p:nvPr/>
        </p:nvSpPr>
        <p:spPr>
          <a:xfrm>
            <a:off x="4620941" y="2179359"/>
            <a:ext cx="4688673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~7.45%</a:t>
            </a:r>
            <a:r>
              <a:rPr lang="en-IN" sz="2800" dirty="0">
                <a:solidFill>
                  <a:schemeClr val="bg1"/>
                </a:solidFill>
              </a:rPr>
              <a:t> in total power increased significantly</a:t>
            </a:r>
          </a:p>
        </p:txBody>
      </p:sp>
    </p:spTree>
    <p:extLst>
      <p:ext uri="{BB962C8B-B14F-4D97-AF65-F5344CB8AC3E}">
        <p14:creationId xmlns:p14="http://schemas.microsoft.com/office/powerpoint/2010/main" val="423617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4481-A4B4-6D43-FF9F-242A1E8B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E20B-0422-9D5E-81A2-C165262E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579A3-619C-E5E0-256A-7772A0550178}"/>
              </a:ext>
            </a:extLst>
          </p:cNvPr>
          <p:cNvSpPr txBox="1"/>
          <p:nvPr/>
        </p:nvSpPr>
        <p:spPr>
          <a:xfrm>
            <a:off x="5634149" y="891770"/>
            <a:ext cx="37384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22059.76 </a:t>
            </a:r>
            <a:r>
              <a:rPr lang="en-IN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nW</a:t>
            </a:r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(2.20597e-05 W)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D435B5F-23A4-A088-EB12-93F851BC2983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78912.5 </a:t>
            </a:r>
            <a:r>
              <a:rPr lang="en-IN" sz="2000" dirty="0" err="1">
                <a:solidFill>
                  <a:schemeClr val="bg1"/>
                </a:solidFill>
              </a:rPr>
              <a:t>nW</a:t>
            </a:r>
            <a:r>
              <a:rPr lang="en-IN" sz="2000" dirty="0">
                <a:solidFill>
                  <a:schemeClr val="bg1"/>
                </a:solidFill>
              </a:rPr>
              <a:t> (7.89125e-05 W)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852796D-0824-14F6-716A-266B26282347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4951AFD-A1EC-20C0-3072-532C055BE209}"/>
              </a:ext>
            </a:extLst>
          </p:cNvPr>
          <p:cNvGraphicFramePr/>
          <p:nvPr/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C7E596-A8D0-1FAD-E527-5656D517655D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EECC8-309D-A58A-B571-FED882FAFE63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POWER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59E060F-944F-2F01-530F-5A60A5A1D9D2}"/>
              </a:ext>
            </a:extLst>
          </p:cNvPr>
          <p:cNvSpPr txBox="1"/>
          <p:nvPr/>
        </p:nvSpPr>
        <p:spPr>
          <a:xfrm>
            <a:off x="4620941" y="2179359"/>
            <a:ext cx="4688673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~257%</a:t>
            </a:r>
            <a:r>
              <a:rPr lang="en-IN" sz="2800" dirty="0">
                <a:solidFill>
                  <a:schemeClr val="bg1"/>
                </a:solidFill>
              </a:rPr>
              <a:t> in total power increased significantly</a:t>
            </a:r>
          </a:p>
        </p:txBody>
      </p:sp>
    </p:spTree>
    <p:extLst>
      <p:ext uri="{BB962C8B-B14F-4D97-AF65-F5344CB8AC3E}">
        <p14:creationId xmlns:p14="http://schemas.microsoft.com/office/powerpoint/2010/main" val="278832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EEE9-BF54-E94E-15DF-8034065F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6" y="10366"/>
            <a:ext cx="5746135" cy="430887"/>
          </a:xfrm>
        </p:spPr>
        <p:txBody>
          <a:bodyPr/>
          <a:lstStyle/>
          <a:p>
            <a:r>
              <a:rPr lang="en-IN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3. Mathematical Analysis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36E3C-8E3A-6FC5-EEBD-91E7CC7A6C5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2269" y="374246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657.746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76</a:t>
            </a:r>
            <a:endParaRPr lang="en-US" altLang="en-US" sz="2400" b="1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0680E-712A-066C-D7AB-9CCB8FFC9F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68478" y="73597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454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lang="en-US" altLang="en-US" sz="2400" b="1" dirty="0">
                <a:solidFill>
                  <a:schemeClr val="bg1"/>
                </a:solidFill>
                <a:latin typeface="Google Sans Text"/>
              </a:rPr>
              <a:t>54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F088E99-16E3-9C34-CDEC-B09D7A854B53}"/>
              </a:ext>
            </a:extLst>
          </p:cNvPr>
          <p:cNvSpPr txBox="1"/>
          <p:nvPr/>
        </p:nvSpPr>
        <p:spPr>
          <a:xfrm>
            <a:off x="-1117600" y="-761244"/>
            <a:ext cx="109728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B0E7808-BC54-71A2-41FB-054CD0D82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348015"/>
              </p:ext>
            </p:extLst>
          </p:nvPr>
        </p:nvGraphicFramePr>
        <p:xfrm>
          <a:off x="142408" y="441253"/>
          <a:ext cx="7782392" cy="4839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4E456A9-1334-72CB-982F-41B93614C885}"/>
              </a:ext>
            </a:extLst>
          </p:cNvPr>
          <p:cNvSpPr txBox="1"/>
          <p:nvPr/>
        </p:nvSpPr>
        <p:spPr>
          <a:xfrm>
            <a:off x="758389" y="2224933"/>
            <a:ext cx="1774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AREA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141D0-D37F-9A6B-5E7B-54AD6ED82835}"/>
              </a:ext>
            </a:extLst>
          </p:cNvPr>
          <p:cNvSpPr txBox="1"/>
          <p:nvPr/>
        </p:nvSpPr>
        <p:spPr>
          <a:xfrm>
            <a:off x="0" y="4894059"/>
            <a:ext cx="922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2E85878-0B0A-1755-D747-5A0D954E0B08}"/>
              </a:ext>
            </a:extLst>
          </p:cNvPr>
          <p:cNvSpPr txBox="1"/>
          <p:nvPr/>
        </p:nvSpPr>
        <p:spPr>
          <a:xfrm>
            <a:off x="4643720" y="2240297"/>
            <a:ext cx="433737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reduced the silicon footprint by </a:t>
            </a:r>
            <a:r>
              <a:rPr lang="en-IN" sz="2800" b="1" dirty="0">
                <a:solidFill>
                  <a:schemeClr val="bg1"/>
                </a:solidFill>
              </a:rPr>
              <a:t>~8.67%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8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4E62D-6595-E663-7469-5E4E60CE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AB03-9A0E-46E8-CB51-A2412DDA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6" y="10366"/>
            <a:ext cx="5746135" cy="430887"/>
          </a:xfrm>
        </p:spPr>
        <p:txBody>
          <a:bodyPr/>
          <a:lstStyle/>
          <a:p>
            <a:r>
              <a:rPr lang="en-IN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3. Mathematical Analysis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5D62B-3EC7-99B1-F18C-B662184876F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2269" y="374246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oogle Sans Text"/>
              </a:rPr>
              <a:t>696.348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lang="en-US" altLang="en-US" sz="2400" b="1" dirty="0">
                <a:solidFill>
                  <a:schemeClr val="bg1"/>
                </a:solidFill>
                <a:latin typeface="Google Sans Text"/>
              </a:rPr>
              <a:t>81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073CE-D0D3-E99D-949E-B51FB882DCB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68478" y="73597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454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lang="en-US" altLang="en-US" sz="2400" b="1" dirty="0">
                <a:solidFill>
                  <a:schemeClr val="bg1"/>
                </a:solidFill>
                <a:latin typeface="Google Sans Text"/>
              </a:rPr>
              <a:t>54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2188F0D-B807-92C5-A52F-454125B6228C}"/>
              </a:ext>
            </a:extLst>
          </p:cNvPr>
          <p:cNvSpPr txBox="1"/>
          <p:nvPr/>
        </p:nvSpPr>
        <p:spPr>
          <a:xfrm>
            <a:off x="-1117600" y="-761244"/>
            <a:ext cx="109728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70562CA-4F5A-7B1E-8697-EC90F04E4B06}"/>
              </a:ext>
            </a:extLst>
          </p:cNvPr>
          <p:cNvGraphicFramePr/>
          <p:nvPr/>
        </p:nvGraphicFramePr>
        <p:xfrm>
          <a:off x="142408" y="441253"/>
          <a:ext cx="7782392" cy="4839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CD7C08-1CFD-373F-BC3B-85C06EAB1DBE}"/>
              </a:ext>
            </a:extLst>
          </p:cNvPr>
          <p:cNvSpPr txBox="1"/>
          <p:nvPr/>
        </p:nvSpPr>
        <p:spPr>
          <a:xfrm>
            <a:off x="758389" y="2224933"/>
            <a:ext cx="1774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AREA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D70C9-B2DF-46C2-42AF-4306661D3156}"/>
              </a:ext>
            </a:extLst>
          </p:cNvPr>
          <p:cNvSpPr txBox="1"/>
          <p:nvPr/>
        </p:nvSpPr>
        <p:spPr>
          <a:xfrm>
            <a:off x="0" y="4894059"/>
            <a:ext cx="922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350F60F7-A7E6-C2A9-97CC-703AAA73E4CB}"/>
              </a:ext>
            </a:extLst>
          </p:cNvPr>
          <p:cNvSpPr txBox="1"/>
          <p:nvPr/>
        </p:nvSpPr>
        <p:spPr>
          <a:xfrm>
            <a:off x="4643720" y="2240297"/>
            <a:ext cx="433737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reduced the silicon footprint by </a:t>
            </a:r>
            <a:r>
              <a:rPr lang="en-IN" sz="2800" b="1" dirty="0">
                <a:solidFill>
                  <a:schemeClr val="bg1"/>
                </a:solidFill>
              </a:rPr>
              <a:t>~8.67%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33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4927-5BFD-4A8A-916C-CDB4737B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0251-72E8-0D82-0D3A-D09F7140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D3D3-EE1D-7F74-1CA6-B92CD8F01E5B}"/>
              </a:ext>
            </a:extLst>
          </p:cNvPr>
          <p:cNvSpPr txBox="1"/>
          <p:nvPr/>
        </p:nvSpPr>
        <p:spPr>
          <a:xfrm>
            <a:off x="5634149" y="891770"/>
            <a:ext cx="35098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   1351ps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E2FBD1F-2B75-DB75-E092-729E9EB8B6D5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   3235ps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C3CB4CF-5C0E-B408-5DB6-3976407C9440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5E07675-8EF8-43F1-448B-D86641FBC1A9}"/>
              </a:ext>
            </a:extLst>
          </p:cNvPr>
          <p:cNvGraphicFramePr/>
          <p:nvPr/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5C91907-0F04-68C6-9A1E-9C3004E3C5FB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Timing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AB2DBF0-8FEB-30DC-113A-45E070F41FA6}"/>
              </a:ext>
            </a:extLst>
          </p:cNvPr>
          <p:cNvSpPr txBox="1"/>
          <p:nvPr/>
        </p:nvSpPr>
        <p:spPr>
          <a:xfrm>
            <a:off x="4620941" y="2179359"/>
            <a:ext cx="4688673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~139%</a:t>
            </a:r>
            <a:r>
              <a:rPr lang="en-IN" sz="2800" dirty="0">
                <a:solidFill>
                  <a:schemeClr val="bg1"/>
                </a:solidFill>
              </a:rPr>
              <a:t> slower than proposed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9A53-217B-D1CE-1EFD-EDC9B7B1B6EF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93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AEEC-2972-9618-012A-EC3FCF539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1CA6-78F7-D0E8-2C90-5CA46B57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A4345-F00C-A87E-88C1-B864FC508869}"/>
              </a:ext>
            </a:extLst>
          </p:cNvPr>
          <p:cNvSpPr txBox="1"/>
          <p:nvPr/>
        </p:nvSpPr>
        <p:spPr>
          <a:xfrm>
            <a:off x="5634149" y="891770"/>
            <a:ext cx="35098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   1351ps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24E5134-27B0-D588-D11D-6F1E092FD05E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   2800ps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2453261-11F4-7D61-3660-81D71EF489A1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E34643-0C34-40CC-3A9A-395330CC8D3E}"/>
              </a:ext>
            </a:extLst>
          </p:cNvPr>
          <p:cNvGraphicFramePr/>
          <p:nvPr/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E0E155-44B7-AFF7-92D1-088B877EA184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Timing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CBE92C0-691F-A96A-3D9A-A76296E25929}"/>
              </a:ext>
            </a:extLst>
          </p:cNvPr>
          <p:cNvSpPr txBox="1"/>
          <p:nvPr/>
        </p:nvSpPr>
        <p:spPr>
          <a:xfrm>
            <a:off x="4495800" y="2353330"/>
            <a:ext cx="4688673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~107%</a:t>
            </a:r>
            <a:r>
              <a:rPr lang="en-IN" sz="2800" dirty="0">
                <a:solidFill>
                  <a:schemeClr val="bg1"/>
                </a:solidFill>
              </a:rPr>
              <a:t> slower than proposed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4AA8A-07D2-6768-7ADE-FBAB0ACF77FE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8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A9F9-6C99-6CE5-6BCF-D9253FE09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F8F24-B355-09FF-B970-49EA9F1CC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8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E5BB-4759-85BA-A04B-F2703B47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ADCA-4EC0-96E2-8FA1-96F283B9E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77025-3430-717C-B8DC-CE00B1882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8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7B7CC-8018-5BD4-20D0-78C03FF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B8C5F-FB62-1B6F-9C3B-E840F41ED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8.  Timeline</a:t>
            </a:r>
            <a:endParaRPr sz="2100" b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2D4F0A-304E-3246-05FB-3B43DCBE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93934"/>
              </p:ext>
            </p:extLst>
          </p:nvPr>
        </p:nvGraphicFramePr>
        <p:xfrm>
          <a:off x="202550" y="742950"/>
          <a:ext cx="8865250" cy="41910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556">
                  <a:extLst>
                    <a:ext uri="{9D8B030D-6E8A-4147-A177-3AD203B41FA5}">
                      <a16:colId xmlns:a16="http://schemas.microsoft.com/office/drawing/2014/main" val="1164084021"/>
                    </a:ext>
                  </a:extLst>
                </a:gridCol>
                <a:gridCol w="6796694">
                  <a:extLst>
                    <a:ext uri="{9D8B030D-6E8A-4147-A177-3AD203B41FA5}">
                      <a16:colId xmlns:a16="http://schemas.microsoft.com/office/drawing/2014/main" val="832724658"/>
                    </a:ext>
                  </a:extLst>
                </a:gridCol>
              </a:tblGrid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Week 1   :-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Finalize Carry Save Adder specs, architecture selection , planning</a:t>
                      </a:r>
                      <a:endParaRPr lang="en-IN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0817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2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modular Verilog (pre-computer, SA_unit, top module)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1652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3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Build testbench, run behavioral simulation in Vivado/Xcelium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41386"/>
                  </a:ext>
                </a:extLst>
              </a:tr>
              <a:tr h="383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4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Functional verification, debug, waveform analysis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9653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5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SDC constraints (timing, I/O), prepare for synthesis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9738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6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Synthesize in Cadence Genus (with DFT/scan), review area/timing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1791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7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Floor-planning and power planning in Innovus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2999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8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Placement, clock tree synthesis (CTS), signal routing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54493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9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Timing Analysis (STA), IR drop checks, power/area reporting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21106"/>
                  </a:ext>
                </a:extLst>
              </a:tr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10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GDSII generation, documentation, PPT/report preparation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8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399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7780-BF14-E916-B379-C0CB8C9B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384721"/>
          </a:xfrm>
        </p:spPr>
        <p:txBody>
          <a:bodyPr/>
          <a:lstStyle/>
          <a:p>
            <a:r>
              <a:rPr lang="en-IN" dirty="0"/>
              <a:t>    Conclusion 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2B3525-E4FB-DA27-FB96-A8A1E3948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972834"/>
            <a:ext cx="873992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Carry Save Adder architecture is highly efficient for multi-operand addition.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Research papers show that:</a:t>
            </a:r>
          </a:p>
          <a:p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     • </a:t>
            </a:r>
            <a:r>
              <a:rPr lang="en-US" sz="1800" dirty="0">
                <a:solidFill>
                  <a:schemeClr val="bg1"/>
                </a:solidFill>
              </a:rPr>
              <a:t>Domino logic improves speed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</a:t>
            </a:r>
            <a:r>
              <a:rPr lang="en-US" sz="1800" dirty="0">
                <a:solidFill>
                  <a:schemeClr val="bg1"/>
                </a:solidFill>
              </a:rPr>
              <a:t> CLA improves final stage performance</a:t>
            </a:r>
          </a:p>
          <a:p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      • </a:t>
            </a:r>
            <a:r>
              <a:rPr lang="en-US" sz="1800" dirty="0">
                <a:solidFill>
                  <a:schemeClr val="bg1"/>
                </a:solidFill>
              </a:rPr>
              <a:t>Static CMOS reduces power and area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These optimizations make CSA suitable for DSP processors, multipliers, and high-performance ALUs.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6DA812-9824-2AA3-59F9-0909DDFEB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74" y="2647950"/>
            <a:ext cx="5662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CSA eliminates intermediate carry propagation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 improves final stage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CMOS optimization reduces power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Logic style selection impacts speed and area</a:t>
            </a:r>
          </a:p>
        </p:txBody>
      </p:sp>
    </p:spTree>
    <p:extLst>
      <p:ext uri="{BB962C8B-B14F-4D97-AF65-F5344CB8AC3E}">
        <p14:creationId xmlns:p14="http://schemas.microsoft.com/office/powerpoint/2010/main" val="185047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</TotalTime>
  <Words>738</Words>
  <Application>Microsoft Office PowerPoint</Application>
  <PresentationFormat>On-screen Show (16:9)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Google Sans Text</vt:lpstr>
      <vt:lpstr>Office Theme</vt:lpstr>
      <vt:lpstr>“High Performance Carry Save Adder  Design : Based on Parallel Addition Technique”</vt:lpstr>
      <vt:lpstr>1. Recap of Week 4 </vt:lpstr>
      <vt:lpstr>PowerPoint Presentation</vt:lpstr>
      <vt:lpstr>PowerPoint Presentation</vt:lpstr>
      <vt:lpstr>3. Mathematical Operation : </vt:lpstr>
      <vt:lpstr>3. Mathematical Operation : </vt:lpstr>
      <vt:lpstr>3. Mathematical Analysis : </vt:lpstr>
      <vt:lpstr>3. Mathematical Analysis : </vt:lpstr>
      <vt:lpstr>3. Mathematical Operation : </vt:lpstr>
      <vt:lpstr>3. Mathematical Operation : </vt:lpstr>
      <vt:lpstr>PowerPoint Presentation</vt:lpstr>
      <vt:lpstr>PowerPoint Presentation</vt:lpstr>
      <vt:lpstr>8.  Timeline</vt:lpstr>
      <vt:lpstr>    Conclusion 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dc:creator>Anuj Gupta</dc:creator>
  <cp:lastModifiedBy>Anuj Gupta</cp:lastModifiedBy>
  <cp:revision>9</cp:revision>
  <dcterms:created xsi:type="dcterms:W3CDTF">2026-02-15T15:10:54Z</dcterms:created>
  <dcterms:modified xsi:type="dcterms:W3CDTF">2026-04-06T04:46:05Z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